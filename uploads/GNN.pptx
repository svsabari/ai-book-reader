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>
        <p:scale>
          <a:sx n="66" d="100"/>
          <a:sy n="66" d="100"/>
        </p:scale>
        <p:origin x="1253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A13EA-1FCB-4253-B86E-0123A4E2EEC6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EB452-863E-48B6-83DA-ACB601CAE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613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EB452-863E-48B6-83DA-ACB601CAE33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35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E0D3-F80F-6C23-0DAD-8810F785D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27D22-073B-1B51-4FB2-7A09702A3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C16CC-2C1E-5BC5-79A6-8DA367B8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F7340-1B46-DC2C-21AF-5BDDE4146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2B5E8-B9C5-8C88-1E8A-A23D4642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25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D591-89EF-7B77-4DB3-40DA5FF72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89836-E849-EF9F-4420-5AFB3AB54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307CE-3C2D-F058-7946-A13791CC5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85E28-755D-FBBC-A316-CFA09FEB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EBFDB-94AB-59BC-1315-106C4099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7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51FF-6511-B296-213C-7A89FF8F8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FF166-F2C8-2400-0C35-63D366137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F21EB-2DB0-1863-13E0-5BBEDC69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516A3-BC02-DCBF-945F-C64FCA46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8F96B-05CC-FC14-5A53-4A491BCD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00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7A76B-8922-DC3B-120E-DAB1E5A1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3E60A-D39E-CAAE-9046-CA3148414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4C151-B20F-556B-DD16-71746F423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84952-FCA9-4031-1C95-EC19BBD12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F53CC-631E-AD74-9596-09788B44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C3169-2F79-3E5D-713F-F2BCD8B3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51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D0D35-EE92-89FC-D400-2D62259EE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B4A3B-CCF3-F03D-6505-CC23F088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9F878-F8B4-3A13-1733-C33755CE3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D412B-1CBF-F8CB-CE59-83FA3351B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E7F2B-ACDB-1D47-B7B2-DF8409379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E7339-43F0-573D-DB69-19E79EBEA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C65C1E-F4EE-E514-C6CA-050F633C8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19E184-88BF-F2E7-7AC2-87E0163F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65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41AAC-564C-831E-433F-E99C22EB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917AF-F183-40FC-F659-E10E30F1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00877-35C7-DCFE-6C48-807C76D6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F71E3-9EFD-49FC-6A81-4159845B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557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87E5FA-7DA0-522C-28ED-CB4FFA40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F459D-1DDE-52D4-F5F5-E61DF34D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3857C-767F-E399-E292-E2BDA9BD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36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F3EE-16FD-CB6F-D831-FE46181FC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C4A45-017A-B1CB-02A1-B69E7FA79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03598-CBDB-6F9A-FE39-9927364D1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1F995-368C-B404-09CC-4952158FE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4C125-CC3C-A226-11C8-CA125AA7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221E1-38AC-D57D-2BF9-94889FF4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749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86D3-520B-6C51-0F93-EA70FD4E0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DFB90-EDE1-0F93-1E77-C0B7BCED38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46D25-95B9-A34D-70CF-193F2D37A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F9123-7030-218A-B01E-8339915F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E27E4-2AA2-D771-211F-774DC3346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9A5BC-38A5-3660-7C4E-1AF2BF38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96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8921D-A5FE-DB92-4101-1BFBAA1D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10303-2DD1-BCCB-0594-4AE3B2A0C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40B51-692E-F4F8-CDB1-3DFBA57FE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AA9A0-05BE-8B7E-29CC-2D4769FD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3C0AA-8043-0155-CE8D-49BAB69D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95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5BB36-9D95-2397-6142-7F6DC0775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98F7F-353C-D62D-9B83-02897B4A9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5D9FF-F733-C7CB-7A2C-F4B4848E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1F227-1B01-788D-C878-B59C5222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F97A2-D2DB-1C02-A2BB-595BF42DF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1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7FD111-DF6D-7979-BD1E-01249B4E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7E49A-FB0D-91A8-014B-854AEBD8B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70201-2418-06DD-4045-CFD26BA28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700AE-9C02-446B-BDAF-BD65FA83205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51D26-F905-7C01-5A87-816F91765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8E710-B159-BAB5-92B0-05159303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3CE9A-C310-467F-B3B7-B5C7E68EE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63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8D6B39-FA4A-2066-7C9B-05B6A585D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111EF4-97D7-D374-4D86-6C46E98D5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D1100C-4BE6-313B-3C4A-CF8ACE9516D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421" r="3187" b="8707"/>
          <a:stretch>
            <a:fillRect/>
          </a:stretch>
        </p:blipFill>
        <p:spPr>
          <a:xfrm>
            <a:off x="1" y="1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2C80C1-0E5C-FE47-D4D1-55CDA848C12D}"/>
              </a:ext>
            </a:extLst>
          </p:cNvPr>
          <p:cNvSpPr txBox="1"/>
          <p:nvPr/>
        </p:nvSpPr>
        <p:spPr>
          <a:xfrm>
            <a:off x="1412240" y="2194558"/>
            <a:ext cx="98755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THREAT PREDICTION IN </a:t>
            </a:r>
            <a:r>
              <a:rPr lang="en-US" sz="3200" b="1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IIoT</a:t>
            </a:r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USING GRAPH NEURAL NETWORK</a:t>
            </a:r>
            <a:endParaRPr lang="en-IN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645D0-727B-9FB3-C496-DC6693EAB8C3}"/>
              </a:ext>
            </a:extLst>
          </p:cNvPr>
          <p:cNvSpPr txBox="1"/>
          <p:nvPr/>
        </p:nvSpPr>
        <p:spPr>
          <a:xfrm>
            <a:off x="4221480" y="3500120"/>
            <a:ext cx="374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SABARI S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SANKARI S</a:t>
            </a:r>
          </a:p>
        </p:txBody>
      </p:sp>
    </p:spTree>
    <p:extLst>
      <p:ext uri="{BB962C8B-B14F-4D97-AF65-F5344CB8AC3E}">
        <p14:creationId xmlns:p14="http://schemas.microsoft.com/office/powerpoint/2010/main" val="332711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BFBE36-A484-CDAE-9661-97270D16A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2AE094-DBBC-0D63-0187-C9A5484CEFBE}"/>
              </a:ext>
            </a:extLst>
          </p:cNvPr>
          <p:cNvSpPr txBox="1">
            <a:spLocks/>
          </p:cNvSpPr>
          <p:nvPr/>
        </p:nvSpPr>
        <p:spPr>
          <a:xfrm>
            <a:off x="1778000" y="1195714"/>
            <a:ext cx="8229600" cy="7312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8AD38E-CDDF-4821-7FFB-C0FB7FBA3592}"/>
              </a:ext>
            </a:extLst>
          </p:cNvPr>
          <p:cNvSpPr txBox="1">
            <a:spLocks/>
          </p:cNvSpPr>
          <p:nvPr/>
        </p:nvSpPr>
        <p:spPr>
          <a:xfrm>
            <a:off x="1981200" y="2137374"/>
            <a:ext cx="8402320" cy="33795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attacks are increasing in smart industrial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systems.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systems cannot detect new or unknown attacks.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give many false alarms.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one device is attacked, the threat can quickly spread to other connected devices.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industries need a smart and predictive security system to detect threats early.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328CC2-6081-3B9D-21D6-649C4F53C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68" b="89831" l="9428" r="89899">
                        <a14:foregroundMark x1="41077" y1="17288" x2="63300" y2="5763"/>
                        <a14:foregroundMark x1="63300" y1="5763" x2="84175" y2="18644"/>
                        <a14:foregroundMark x1="84175" y1="18644" x2="69360" y2="54237"/>
                        <a14:foregroundMark x1="63973" y1="80000" x2="66330" y2="68814"/>
                        <a14:foregroundMark x1="52862" y1="69153" x2="70034" y2="88136"/>
                        <a14:foregroundMark x1="70034" y1="88136" x2="54545" y2="68136"/>
                        <a14:foregroundMark x1="54545" y1="68136" x2="51515" y2="72881"/>
                        <a14:foregroundMark x1="86532" y1="35254" x2="68013" y2="52881"/>
                        <a14:foregroundMark x1="68013" y1="52881" x2="63300" y2="38983"/>
                        <a14:foregroundMark x1="43098" y1="6441" x2="62626" y2="12881"/>
                        <a14:foregroundMark x1="36364" y1="17627" x2="59933" y2="13220"/>
                        <a14:foregroundMark x1="59933" y1="13220" x2="60606" y2="13220"/>
                        <a14:foregroundMark x1="59596" y1="54915" x2="69024" y2="51525"/>
                        <a14:foregroundMark x1="60606" y1="48814" x2="58249" y2="59322"/>
                        <a14:foregroundMark x1="57239" y1="4068" x2="73401" y2="4746"/>
                        <a14:foregroundMark x1="56566" y1="74237" x2="58586" y2="83729"/>
                        <a14:foregroundMark x1="43098" y1="24746" x2="43098" y2="24746"/>
                        <a14:foregroundMark x1="41414" y1="23051" x2="41414" y2="23051"/>
                        <a14:foregroundMark x1="41414" y1="23051" x2="41414" y2="23051"/>
                        <a14:foregroundMark x1="57576" y1="16610" x2="57576" y2="16610"/>
                        <a14:foregroundMark x1="57576" y1="16610" x2="57576" y2="16610"/>
                        <a14:foregroundMark x1="68687" y1="18305" x2="68687" y2="18305"/>
                        <a14:foregroundMark x1="68687" y1="18305" x2="68687" y2="18305"/>
                        <a14:foregroundMark x1="71380" y1="25085" x2="71380" y2="25085"/>
                        <a14:foregroundMark x1="71380" y1="25085" x2="71380" y2="25085"/>
                        <a14:foregroundMark x1="70370" y1="30508" x2="70370" y2="30508"/>
                        <a14:foregroundMark x1="70370" y1="30508" x2="70370" y2="30508"/>
                        <a14:foregroundMark x1="70370" y1="30169" x2="70370" y2="30169"/>
                        <a14:foregroundMark x1="70370" y1="30169" x2="70370" y2="30169"/>
                        <a14:foregroundMark x1="70370" y1="30169" x2="70370" y2="30169"/>
                        <a14:foregroundMark x1="70370" y1="30169" x2="70370" y2="30169"/>
                        <a14:foregroundMark x1="70707" y1="29492" x2="70707" y2="29492"/>
                        <a14:foregroundMark x1="70707" y1="29492" x2="70707" y2="29492"/>
                        <a14:foregroundMark x1="70707" y1="29492" x2="70707" y2="29492"/>
                        <a14:foregroundMark x1="70707" y1="29492" x2="70707" y2="29492"/>
                        <a14:foregroundMark x1="71044" y1="29153" x2="71044" y2="29153"/>
                        <a14:foregroundMark x1="71044" y1="29153" x2="71044" y2="29153"/>
                        <a14:foregroundMark x1="54545" y1="83051" x2="54545" y2="83051"/>
                        <a14:foregroundMark x1="54545" y1="83051" x2="54545" y2="83051"/>
                        <a14:foregroundMark x1="53535" y1="83729" x2="53535" y2="83729"/>
                        <a14:foregroundMark x1="53535" y1="83729" x2="53535" y2="83729"/>
                        <a14:backgroundMark x1="71235" y1="30169" x2="71532" y2="30378"/>
                        <a14:backgroundMark x1="70274" y1="29492" x2="71235" y2="30169"/>
                        <a14:backgroundMark x1="69793" y1="29153" x2="70274" y2="29492"/>
                        <a14:backgroundMark x1="56136" y1="19528" x2="69793" y2="29153"/>
                        <a14:backgroundMark x1="40067" y1="18644" x2="40067" y2="186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94498" y="529266"/>
            <a:ext cx="2344464" cy="139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96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ED3D36-76D0-EB14-DAC1-B5F511D3D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D1BC41-EFFB-C85F-383C-8D3C0F71A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ADE80BE-DCC4-9842-C34A-1DE244BCA5ED}"/>
              </a:ext>
            </a:extLst>
          </p:cNvPr>
          <p:cNvSpPr txBox="1">
            <a:spLocks/>
          </p:cNvSpPr>
          <p:nvPr/>
        </p:nvSpPr>
        <p:spPr>
          <a:xfrm>
            <a:off x="1778000" y="1195714"/>
            <a:ext cx="8229600" cy="7312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8F6E35-1E94-9058-31F6-2E754465BE7A}"/>
              </a:ext>
            </a:extLst>
          </p:cNvPr>
          <p:cNvSpPr txBox="1">
            <a:spLocks/>
          </p:cNvSpPr>
          <p:nvPr/>
        </p:nvSpPr>
        <p:spPr>
          <a:xfrm>
            <a:off x="1981200" y="2137374"/>
            <a:ext cx="8402320" cy="3524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as a graph where devices are nodes and their communications are edges.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Graph Neural Network (GNN) to analyze relationships between connected devices.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cyber threats in real time based on abnormal communication patterns.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4" descr="Creativity idea concept solution solving problem answer to hard question or  innovation help | Premium Vector">
            <a:extLst>
              <a:ext uri="{FF2B5EF4-FFF2-40B4-BE49-F238E27FC236}">
                <a16:creationId xmlns:a16="http://schemas.microsoft.com/office/drawing/2014/main" id="{A8BA87BA-CFC6-0C69-5481-37262D19E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1086" y1="36170" x2="23962" y2="285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-62775"/>
            <a:ext cx="2946400" cy="220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35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18F6F6-E1E9-A664-A82C-AB5ACDCB6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A6020A-4859-21ED-3D1C-B5E5CCD0CEEE}"/>
              </a:ext>
            </a:extLst>
          </p:cNvPr>
          <p:cNvSpPr txBox="1">
            <a:spLocks/>
          </p:cNvSpPr>
          <p:nvPr/>
        </p:nvSpPr>
        <p:spPr>
          <a:xfrm>
            <a:off x="3515360" y="1175619"/>
            <a:ext cx="8229600" cy="4298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 ?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AAE02A-9E7C-231C-7FF7-600F3B16C955}"/>
              </a:ext>
            </a:extLst>
          </p:cNvPr>
          <p:cNvSpPr txBox="1">
            <a:spLocks/>
          </p:cNvSpPr>
          <p:nvPr/>
        </p:nvSpPr>
        <p:spPr>
          <a:xfrm>
            <a:off x="1925320" y="2029982"/>
            <a:ext cx="8549640" cy="37307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Neural Network (GNN) is an AI model that analyzes devices and their connections in a network.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ID DOES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learns what "normal behavior“ of device looks like.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something unusual happens → it raises an alert before it attack the connections of that Device.</a:t>
            </a:r>
          </a:p>
        </p:txBody>
      </p:sp>
      <p:pic>
        <p:nvPicPr>
          <p:cNvPr id="2052" name="Picture 4" descr="Case Study on Neural Networks">
            <a:extLst>
              <a:ext uri="{FF2B5EF4-FFF2-40B4-BE49-F238E27FC236}">
                <a16:creationId xmlns:a16="http://schemas.microsoft.com/office/drawing/2014/main" id="{9042ACE5-010C-33FC-EF28-9E9B8BA21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130" y="426403"/>
            <a:ext cx="2001230" cy="17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810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20370D-0238-36EB-74B1-2DD58342B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19"/>
            <a:ext cx="12192000" cy="6858000"/>
          </a:xfrm>
          <a:prstGeom prst="rect">
            <a:avLst/>
          </a:prstGeom>
        </p:spPr>
      </p:pic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AF9853F0-C53E-8F2A-7F20-95B3EDB6D766}"/>
              </a:ext>
            </a:extLst>
          </p:cNvPr>
          <p:cNvSpPr/>
          <p:nvPr/>
        </p:nvSpPr>
        <p:spPr>
          <a:xfrm>
            <a:off x="6142699" y="4380591"/>
            <a:ext cx="2280720" cy="1895848"/>
          </a:xfrm>
          <a:custGeom>
            <a:avLst/>
            <a:gdLst/>
            <a:ahLst/>
            <a:cxnLst/>
            <a:rect l="0" t="0" r="0" b="0"/>
            <a:pathLst>
              <a:path w="2280720" h="1895848">
                <a:moveTo>
                  <a:pt x="0" y="0"/>
                </a:moveTo>
                <a:lnTo>
                  <a:pt x="902785" y="0"/>
                </a:lnTo>
                <a:cubicBezTo>
                  <a:pt x="1558834" y="0"/>
                  <a:pt x="2052648" y="484311"/>
                  <a:pt x="2052648" y="1140360"/>
                </a:cubicBezTo>
                <a:lnTo>
                  <a:pt x="2280720" y="1140360"/>
                </a:lnTo>
                <a:lnTo>
                  <a:pt x="1596504" y="1895848"/>
                </a:lnTo>
                <a:lnTo>
                  <a:pt x="912288" y="1140360"/>
                </a:lnTo>
                <a:lnTo>
                  <a:pt x="1140360" y="1140360"/>
                </a:lnTo>
                <a:cubicBezTo>
                  <a:pt x="1140360" y="1009152"/>
                  <a:pt x="1033993" y="912288"/>
                  <a:pt x="902785" y="912288"/>
                </a:cubicBezTo>
                <a:lnTo>
                  <a:pt x="0" y="912288"/>
                </a:lnTo>
                <a:lnTo>
                  <a:pt x="0" y="0"/>
                </a:lnTo>
              </a:path>
            </a:pathLst>
          </a:custGeom>
          <a:solidFill>
            <a:srgbClr val="FFF2E5"/>
          </a:solidFill>
          <a:ln>
            <a:noFill/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EEC3BBFC-A19A-BC87-4DED-17AE6F107388}"/>
              </a:ext>
            </a:extLst>
          </p:cNvPr>
          <p:cNvSpPr/>
          <p:nvPr/>
        </p:nvSpPr>
        <p:spPr>
          <a:xfrm>
            <a:off x="6142699" y="4380591"/>
            <a:ext cx="2280720" cy="1895848"/>
          </a:xfrm>
          <a:custGeom>
            <a:avLst/>
            <a:gdLst/>
            <a:ahLst/>
            <a:cxnLst/>
            <a:rect l="0" t="0" r="0" b="0"/>
            <a:pathLst>
              <a:path w="2280720" h="1895848">
                <a:moveTo>
                  <a:pt x="0" y="0"/>
                </a:moveTo>
                <a:lnTo>
                  <a:pt x="902785" y="0"/>
                </a:lnTo>
                <a:cubicBezTo>
                  <a:pt x="1558830" y="0"/>
                  <a:pt x="2052649" y="484314"/>
                  <a:pt x="2052649" y="1140360"/>
                </a:cubicBezTo>
                <a:lnTo>
                  <a:pt x="2280720" y="1140360"/>
                </a:lnTo>
                <a:lnTo>
                  <a:pt x="1596504" y="1895848"/>
                </a:lnTo>
                <a:lnTo>
                  <a:pt x="912288" y="1140360"/>
                </a:lnTo>
                <a:lnTo>
                  <a:pt x="1140360" y="1140360"/>
                </a:lnTo>
                <a:cubicBezTo>
                  <a:pt x="1140360" y="1009151"/>
                  <a:pt x="1033994" y="912289"/>
                  <a:pt x="902785" y="912288"/>
                </a:cubicBezTo>
                <a:lnTo>
                  <a:pt x="0" y="912288"/>
                </a:lnTo>
                <a:lnTo>
                  <a:pt x="0" y="0"/>
                </a:lnTo>
                <a:close/>
              </a:path>
            </a:pathLst>
          </a:custGeom>
          <a:noFill/>
          <a:ln w="14254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2CF6D463-90EC-AA30-5979-107C87AA1254}"/>
              </a:ext>
            </a:extLst>
          </p:cNvPr>
          <p:cNvSpPr/>
          <p:nvPr/>
        </p:nvSpPr>
        <p:spPr>
          <a:xfrm>
            <a:off x="4090050" y="4152519"/>
            <a:ext cx="2052648" cy="1140360"/>
          </a:xfrm>
          <a:custGeom>
            <a:avLst/>
            <a:gdLst/>
            <a:ahLst/>
            <a:cxnLst/>
            <a:rect l="0" t="0" r="0" b="0"/>
            <a:pathLst>
              <a:path w="2052648" h="1140360">
                <a:moveTo>
                  <a:pt x="2052648" y="1140360"/>
                </a:moveTo>
                <a:lnTo>
                  <a:pt x="1149863" y="1140360"/>
                </a:lnTo>
                <a:cubicBezTo>
                  <a:pt x="493823" y="1140360"/>
                  <a:pt x="0" y="656049"/>
                  <a:pt x="0" y="0"/>
                </a:cubicBezTo>
                <a:lnTo>
                  <a:pt x="912288" y="0"/>
                </a:lnTo>
                <a:cubicBezTo>
                  <a:pt x="912288" y="131207"/>
                  <a:pt x="1018655" y="228072"/>
                  <a:pt x="1149863" y="228072"/>
                </a:cubicBezTo>
                <a:lnTo>
                  <a:pt x="2052648" y="228072"/>
                </a:lnTo>
                <a:lnTo>
                  <a:pt x="2052648" y="1140360"/>
                </a:lnTo>
              </a:path>
            </a:pathLst>
          </a:custGeom>
          <a:solidFill>
            <a:srgbClr val="FFFBDA"/>
          </a:solidFill>
          <a:ln>
            <a:noFill/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B86DA0A-1C65-C578-BDC3-441F8BBC789E}"/>
              </a:ext>
            </a:extLst>
          </p:cNvPr>
          <p:cNvSpPr/>
          <p:nvPr/>
        </p:nvSpPr>
        <p:spPr>
          <a:xfrm>
            <a:off x="4090050" y="4152519"/>
            <a:ext cx="2052649" cy="1140360"/>
          </a:xfrm>
          <a:custGeom>
            <a:avLst/>
            <a:gdLst/>
            <a:ahLst/>
            <a:cxnLst/>
            <a:rect l="0" t="0" r="0" b="0"/>
            <a:pathLst>
              <a:path w="2052649" h="1140360">
                <a:moveTo>
                  <a:pt x="2052649" y="1140360"/>
                </a:moveTo>
                <a:lnTo>
                  <a:pt x="1149864" y="1140360"/>
                </a:lnTo>
                <a:cubicBezTo>
                  <a:pt x="493818" y="1140360"/>
                  <a:pt x="0" y="656045"/>
                  <a:pt x="0" y="0"/>
                </a:cubicBezTo>
                <a:lnTo>
                  <a:pt x="912289" y="0"/>
                </a:lnTo>
                <a:cubicBezTo>
                  <a:pt x="912289" y="131208"/>
                  <a:pt x="1018656" y="228071"/>
                  <a:pt x="1149864" y="228072"/>
                </a:cubicBezTo>
                <a:lnTo>
                  <a:pt x="2052649" y="228072"/>
                </a:lnTo>
                <a:lnTo>
                  <a:pt x="2052649" y="1140360"/>
                </a:lnTo>
                <a:close/>
              </a:path>
            </a:pathLst>
          </a:custGeom>
          <a:noFill/>
          <a:ln w="14254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21AE5921-D7FB-6044-967E-9EBE2AEB3385}"/>
              </a:ext>
            </a:extLst>
          </p:cNvPr>
          <p:cNvSpPr/>
          <p:nvPr/>
        </p:nvSpPr>
        <p:spPr>
          <a:xfrm>
            <a:off x="4090050" y="3012159"/>
            <a:ext cx="2052648" cy="1140360"/>
          </a:xfrm>
          <a:custGeom>
            <a:avLst/>
            <a:gdLst/>
            <a:ahLst/>
            <a:cxnLst/>
            <a:rect l="0" t="0" r="0" b="0"/>
            <a:pathLst>
              <a:path w="2052648" h="1140360">
                <a:moveTo>
                  <a:pt x="2052648" y="0"/>
                </a:moveTo>
                <a:lnTo>
                  <a:pt x="1149863" y="0"/>
                </a:lnTo>
                <a:cubicBezTo>
                  <a:pt x="493823" y="0"/>
                  <a:pt x="0" y="484311"/>
                  <a:pt x="0" y="1140360"/>
                </a:cubicBezTo>
                <a:lnTo>
                  <a:pt x="912288" y="1140360"/>
                </a:lnTo>
                <a:cubicBezTo>
                  <a:pt x="912288" y="1009152"/>
                  <a:pt x="1018655" y="912288"/>
                  <a:pt x="1149863" y="912288"/>
                </a:cubicBezTo>
                <a:lnTo>
                  <a:pt x="2052648" y="912288"/>
                </a:lnTo>
                <a:lnTo>
                  <a:pt x="2052648" y="0"/>
                </a:ln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2C5E9B36-0AB1-177D-5877-58AC9FB8DC4F}"/>
              </a:ext>
            </a:extLst>
          </p:cNvPr>
          <p:cNvSpPr/>
          <p:nvPr/>
        </p:nvSpPr>
        <p:spPr>
          <a:xfrm>
            <a:off x="4090050" y="3012159"/>
            <a:ext cx="2052649" cy="1140360"/>
          </a:xfrm>
          <a:custGeom>
            <a:avLst/>
            <a:gdLst/>
            <a:ahLst/>
            <a:cxnLst/>
            <a:rect l="0" t="0" r="0" b="0"/>
            <a:pathLst>
              <a:path w="2052649" h="1140360">
                <a:moveTo>
                  <a:pt x="2052649" y="0"/>
                </a:moveTo>
                <a:lnTo>
                  <a:pt x="1149864" y="0"/>
                </a:lnTo>
                <a:cubicBezTo>
                  <a:pt x="493818" y="0"/>
                  <a:pt x="0" y="484314"/>
                  <a:pt x="0" y="1140360"/>
                </a:cubicBezTo>
                <a:lnTo>
                  <a:pt x="912289" y="1140360"/>
                </a:lnTo>
                <a:cubicBezTo>
                  <a:pt x="912289" y="1009151"/>
                  <a:pt x="1018656" y="912289"/>
                  <a:pt x="1149864" y="912288"/>
                </a:cubicBezTo>
                <a:lnTo>
                  <a:pt x="2052649" y="912288"/>
                </a:lnTo>
                <a:lnTo>
                  <a:pt x="2052649" y="0"/>
                </a:lnTo>
                <a:close/>
              </a:path>
            </a:pathLst>
          </a:custGeom>
          <a:noFill/>
          <a:ln w="14254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7C8B1A3A-BD0F-FDA5-AE93-D3E8D31C78E4}"/>
              </a:ext>
            </a:extLst>
          </p:cNvPr>
          <p:cNvSpPr/>
          <p:nvPr/>
        </p:nvSpPr>
        <p:spPr>
          <a:xfrm>
            <a:off x="6142699" y="2784087"/>
            <a:ext cx="2052648" cy="1140360"/>
          </a:xfrm>
          <a:custGeom>
            <a:avLst/>
            <a:gdLst/>
            <a:ahLst/>
            <a:cxnLst/>
            <a:rect l="0" t="0" r="0" b="0"/>
            <a:pathLst>
              <a:path w="2052648" h="1140360">
                <a:moveTo>
                  <a:pt x="0" y="1140360"/>
                </a:moveTo>
                <a:lnTo>
                  <a:pt x="902785" y="1140360"/>
                </a:lnTo>
                <a:cubicBezTo>
                  <a:pt x="1558834" y="1140360"/>
                  <a:pt x="2052648" y="656049"/>
                  <a:pt x="2052648" y="0"/>
                </a:cubicBezTo>
                <a:lnTo>
                  <a:pt x="1140360" y="0"/>
                </a:lnTo>
                <a:cubicBezTo>
                  <a:pt x="1140360" y="131207"/>
                  <a:pt x="1033993" y="228072"/>
                  <a:pt x="902785" y="228072"/>
                </a:cubicBezTo>
                <a:lnTo>
                  <a:pt x="0" y="228072"/>
                </a:lnTo>
                <a:lnTo>
                  <a:pt x="0" y="1140360"/>
                </a:lnTo>
              </a:path>
            </a:pathLst>
          </a:custGeom>
          <a:solidFill>
            <a:srgbClr val="E3FFF2"/>
          </a:solidFill>
          <a:ln>
            <a:noFill/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A85A377E-670C-C2D6-F175-215A05230EBB}"/>
              </a:ext>
            </a:extLst>
          </p:cNvPr>
          <p:cNvSpPr/>
          <p:nvPr/>
        </p:nvSpPr>
        <p:spPr>
          <a:xfrm>
            <a:off x="6142699" y="2784087"/>
            <a:ext cx="2052649" cy="1140360"/>
          </a:xfrm>
          <a:custGeom>
            <a:avLst/>
            <a:gdLst/>
            <a:ahLst/>
            <a:cxnLst/>
            <a:rect l="0" t="0" r="0" b="0"/>
            <a:pathLst>
              <a:path w="2052649" h="1140360">
                <a:moveTo>
                  <a:pt x="0" y="1140360"/>
                </a:moveTo>
                <a:lnTo>
                  <a:pt x="902785" y="1140360"/>
                </a:lnTo>
                <a:cubicBezTo>
                  <a:pt x="1558830" y="1140360"/>
                  <a:pt x="2052649" y="656045"/>
                  <a:pt x="2052649" y="0"/>
                </a:cubicBezTo>
                <a:lnTo>
                  <a:pt x="1140360" y="0"/>
                </a:lnTo>
                <a:cubicBezTo>
                  <a:pt x="1140360" y="131208"/>
                  <a:pt x="1033994" y="228071"/>
                  <a:pt x="902785" y="228072"/>
                </a:cubicBezTo>
                <a:lnTo>
                  <a:pt x="0" y="228072"/>
                </a:lnTo>
                <a:lnTo>
                  <a:pt x="0" y="1140360"/>
                </a:lnTo>
                <a:close/>
              </a:path>
            </a:pathLst>
          </a:custGeom>
          <a:noFill/>
          <a:ln w="14254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06132EB9-AB61-F3EC-2E2A-28DAE518AB81}"/>
              </a:ext>
            </a:extLst>
          </p:cNvPr>
          <p:cNvSpPr/>
          <p:nvPr/>
        </p:nvSpPr>
        <p:spPr>
          <a:xfrm>
            <a:off x="6142699" y="1643727"/>
            <a:ext cx="2052648" cy="1140360"/>
          </a:xfrm>
          <a:custGeom>
            <a:avLst/>
            <a:gdLst/>
            <a:ahLst/>
            <a:cxnLst/>
            <a:rect l="0" t="0" r="0" b="0"/>
            <a:pathLst>
              <a:path w="2052648" h="1140360">
                <a:moveTo>
                  <a:pt x="0" y="0"/>
                </a:moveTo>
                <a:lnTo>
                  <a:pt x="902785" y="0"/>
                </a:lnTo>
                <a:cubicBezTo>
                  <a:pt x="1558834" y="0"/>
                  <a:pt x="2052648" y="484311"/>
                  <a:pt x="2052648" y="1140360"/>
                </a:cubicBezTo>
                <a:lnTo>
                  <a:pt x="1140360" y="1140360"/>
                </a:lnTo>
                <a:cubicBezTo>
                  <a:pt x="1140360" y="1009152"/>
                  <a:pt x="1033993" y="912288"/>
                  <a:pt x="902785" y="912288"/>
                </a:cubicBezTo>
                <a:lnTo>
                  <a:pt x="0" y="912288"/>
                </a:lnTo>
                <a:lnTo>
                  <a:pt x="0" y="0"/>
                </a:ln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A00C3A49-758F-736C-AAAD-E192FFA8B279}"/>
              </a:ext>
            </a:extLst>
          </p:cNvPr>
          <p:cNvSpPr/>
          <p:nvPr/>
        </p:nvSpPr>
        <p:spPr>
          <a:xfrm>
            <a:off x="6142699" y="1643727"/>
            <a:ext cx="2052649" cy="1140360"/>
          </a:xfrm>
          <a:custGeom>
            <a:avLst/>
            <a:gdLst/>
            <a:ahLst/>
            <a:cxnLst/>
            <a:rect l="0" t="0" r="0" b="0"/>
            <a:pathLst>
              <a:path w="2052649" h="1140360">
                <a:moveTo>
                  <a:pt x="0" y="0"/>
                </a:moveTo>
                <a:lnTo>
                  <a:pt x="902785" y="0"/>
                </a:lnTo>
                <a:cubicBezTo>
                  <a:pt x="1558830" y="0"/>
                  <a:pt x="2052649" y="484314"/>
                  <a:pt x="2052649" y="1140360"/>
                </a:cubicBezTo>
                <a:lnTo>
                  <a:pt x="1140360" y="1140360"/>
                </a:lnTo>
                <a:cubicBezTo>
                  <a:pt x="1140360" y="1009151"/>
                  <a:pt x="1033994" y="912289"/>
                  <a:pt x="902785" y="912288"/>
                </a:cubicBezTo>
                <a:lnTo>
                  <a:pt x="0" y="912288"/>
                </a:lnTo>
                <a:lnTo>
                  <a:pt x="0" y="0"/>
                </a:lnTo>
                <a:close/>
              </a:path>
            </a:pathLst>
          </a:custGeom>
          <a:noFill/>
          <a:ln w="14254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CC3D88B0-5E58-7F96-5777-76DEC06A4F9A}"/>
              </a:ext>
            </a:extLst>
          </p:cNvPr>
          <p:cNvSpPr/>
          <p:nvPr/>
        </p:nvSpPr>
        <p:spPr>
          <a:xfrm>
            <a:off x="4090050" y="1643727"/>
            <a:ext cx="2052648" cy="912288"/>
          </a:xfrm>
          <a:custGeom>
            <a:avLst/>
            <a:gdLst/>
            <a:ahLst/>
            <a:cxnLst/>
            <a:rect l="0" t="0" r="0" b="0"/>
            <a:pathLst>
              <a:path w="2052648" h="912288">
                <a:moveTo>
                  <a:pt x="2052648" y="0"/>
                </a:moveTo>
                <a:lnTo>
                  <a:pt x="0" y="0"/>
                </a:lnTo>
                <a:lnTo>
                  <a:pt x="0" y="912288"/>
                </a:lnTo>
                <a:lnTo>
                  <a:pt x="2052648" y="912288"/>
                </a:lnTo>
                <a:lnTo>
                  <a:pt x="2052648" y="0"/>
                </a:ln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2">
            <a:extLst>
              <a:ext uri="{FF2B5EF4-FFF2-40B4-BE49-F238E27FC236}">
                <a16:creationId xmlns:a16="http://schemas.microsoft.com/office/drawing/2014/main" id="{115D9A3A-7F9F-05DD-7698-C1B0658DF058}"/>
              </a:ext>
            </a:extLst>
          </p:cNvPr>
          <p:cNvSpPr/>
          <p:nvPr/>
        </p:nvSpPr>
        <p:spPr>
          <a:xfrm>
            <a:off x="4090050" y="1643727"/>
            <a:ext cx="2052648" cy="912288"/>
          </a:xfrm>
          <a:custGeom>
            <a:avLst/>
            <a:gdLst/>
            <a:ahLst/>
            <a:cxnLst/>
            <a:rect l="0" t="0" r="0" b="0"/>
            <a:pathLst>
              <a:path w="2052648" h="912288">
                <a:moveTo>
                  <a:pt x="2052648" y="0"/>
                </a:moveTo>
                <a:lnTo>
                  <a:pt x="0" y="0"/>
                </a:lnTo>
                <a:lnTo>
                  <a:pt x="0" y="912288"/>
                </a:lnTo>
                <a:lnTo>
                  <a:pt x="2052648" y="912288"/>
                </a:lnTo>
                <a:lnTo>
                  <a:pt x="2052648" y="0"/>
                </a:lnTo>
                <a:close/>
              </a:path>
            </a:pathLst>
          </a:custGeom>
          <a:noFill/>
          <a:ln w="14254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589F28-63C4-9764-CD83-FB6BBAAFF1FF}"/>
              </a:ext>
            </a:extLst>
          </p:cNvPr>
          <p:cNvSpPr txBox="1"/>
          <p:nvPr/>
        </p:nvSpPr>
        <p:spPr>
          <a:xfrm>
            <a:off x="8442425" y="2110324"/>
            <a:ext cx="1166986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Structuring data for
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95843-AEAA-5A13-3621-BE99290B5E52}"/>
              </a:ext>
            </a:extLst>
          </p:cNvPr>
          <p:cNvSpPr txBox="1"/>
          <p:nvPr/>
        </p:nvSpPr>
        <p:spPr>
          <a:xfrm>
            <a:off x="2560570" y="3145201"/>
            <a:ext cx="128240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00" b="1">
                <a:solidFill>
                  <a:srgbClr val="92BD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GNN Training</a:t>
            </a:r>
          </a:p>
        </p:txBody>
      </p:sp>
      <p:sp>
        <p:nvSpPr>
          <p:cNvPr id="17" name="Rounded Rectangle 15">
            <a:extLst>
              <a:ext uri="{FF2B5EF4-FFF2-40B4-BE49-F238E27FC236}">
                <a16:creationId xmlns:a16="http://schemas.microsoft.com/office/drawing/2014/main" id="{FCFE06FD-20A8-6435-FA28-11C044F06B40}"/>
              </a:ext>
            </a:extLst>
          </p:cNvPr>
          <p:cNvSpPr/>
          <p:nvPr/>
        </p:nvSpPr>
        <p:spPr>
          <a:xfrm>
            <a:off x="4831284" y="3183213"/>
            <a:ext cx="546422" cy="546422"/>
          </a:xfrm>
          <a:custGeom>
            <a:avLst/>
            <a:gdLst/>
            <a:ahLst/>
            <a:cxnLst/>
            <a:rect l="0" t="0" r="0" b="0"/>
            <a:pathLst>
              <a:path w="546422" h="546422">
                <a:moveTo>
                  <a:pt x="83151" y="344483"/>
                </a:moveTo>
                <a:cubicBezTo>
                  <a:pt x="115953" y="344483"/>
                  <a:pt x="142545" y="317892"/>
                  <a:pt x="142545" y="285090"/>
                </a:cubicBezTo>
                <a:cubicBezTo>
                  <a:pt x="142545" y="252288"/>
                  <a:pt x="115953" y="225696"/>
                  <a:pt x="83151" y="225696"/>
                </a:cubicBezTo>
                <a:cubicBezTo>
                  <a:pt x="50349" y="225696"/>
                  <a:pt x="23757" y="252288"/>
                  <a:pt x="23757" y="285090"/>
                </a:cubicBezTo>
                <a:cubicBezTo>
                  <a:pt x="23757" y="317892"/>
                  <a:pt x="50349" y="344483"/>
                  <a:pt x="83151" y="344483"/>
                </a:cubicBezTo>
                <a:close/>
                <a:moveTo>
                  <a:pt x="296968" y="201938"/>
                </a:moveTo>
                <a:cubicBezTo>
                  <a:pt x="329770" y="201938"/>
                  <a:pt x="356362" y="175347"/>
                  <a:pt x="356362" y="142545"/>
                </a:cubicBezTo>
                <a:cubicBezTo>
                  <a:pt x="356362" y="109742"/>
                  <a:pt x="329770" y="83151"/>
                  <a:pt x="296968" y="83151"/>
                </a:cubicBezTo>
                <a:cubicBezTo>
                  <a:pt x="264166" y="83151"/>
                  <a:pt x="237575" y="109742"/>
                  <a:pt x="237575" y="142545"/>
                </a:cubicBezTo>
                <a:cubicBezTo>
                  <a:pt x="237575" y="175347"/>
                  <a:pt x="264166" y="201938"/>
                  <a:pt x="296968" y="201938"/>
                </a:cubicBezTo>
                <a:close/>
                <a:moveTo>
                  <a:pt x="296968" y="487028"/>
                </a:moveTo>
                <a:cubicBezTo>
                  <a:pt x="329770" y="487028"/>
                  <a:pt x="356362" y="460437"/>
                  <a:pt x="356362" y="427635"/>
                </a:cubicBezTo>
                <a:cubicBezTo>
                  <a:pt x="356362" y="394833"/>
                  <a:pt x="329770" y="368241"/>
                  <a:pt x="296968" y="368241"/>
                </a:cubicBezTo>
                <a:cubicBezTo>
                  <a:pt x="264166" y="368241"/>
                  <a:pt x="237575" y="394833"/>
                  <a:pt x="237575" y="427635"/>
                </a:cubicBezTo>
                <a:cubicBezTo>
                  <a:pt x="237575" y="460437"/>
                  <a:pt x="264166" y="487028"/>
                  <a:pt x="296968" y="487028"/>
                </a:cubicBezTo>
                <a:close/>
                <a:moveTo>
                  <a:pt x="487028" y="546422"/>
                </a:moveTo>
                <a:cubicBezTo>
                  <a:pt x="506709" y="546422"/>
                  <a:pt x="522665" y="530467"/>
                  <a:pt x="522665" y="510786"/>
                </a:cubicBezTo>
                <a:cubicBezTo>
                  <a:pt x="522665" y="491105"/>
                  <a:pt x="506709" y="475150"/>
                  <a:pt x="487028" y="475150"/>
                </a:cubicBezTo>
                <a:cubicBezTo>
                  <a:pt x="467348" y="475150"/>
                  <a:pt x="451392" y="491105"/>
                  <a:pt x="451392" y="510786"/>
                </a:cubicBezTo>
                <a:cubicBezTo>
                  <a:pt x="451392" y="530467"/>
                  <a:pt x="467348" y="546422"/>
                  <a:pt x="487028" y="546422"/>
                </a:cubicBezTo>
                <a:close/>
                <a:moveTo>
                  <a:pt x="510786" y="403877"/>
                </a:moveTo>
                <a:cubicBezTo>
                  <a:pt x="530467" y="403877"/>
                  <a:pt x="546422" y="387922"/>
                  <a:pt x="546422" y="368241"/>
                </a:cubicBezTo>
                <a:cubicBezTo>
                  <a:pt x="546422" y="348560"/>
                  <a:pt x="530467" y="332605"/>
                  <a:pt x="510786" y="332605"/>
                </a:cubicBezTo>
                <a:cubicBezTo>
                  <a:pt x="491105" y="332605"/>
                  <a:pt x="475150" y="348560"/>
                  <a:pt x="475150" y="368241"/>
                </a:cubicBezTo>
                <a:cubicBezTo>
                  <a:pt x="475150" y="387922"/>
                  <a:pt x="491105" y="403877"/>
                  <a:pt x="510786" y="403877"/>
                </a:cubicBezTo>
                <a:close/>
                <a:moveTo>
                  <a:pt x="487028" y="95030"/>
                </a:moveTo>
                <a:cubicBezTo>
                  <a:pt x="506709" y="95030"/>
                  <a:pt x="522665" y="79075"/>
                  <a:pt x="522665" y="59393"/>
                </a:cubicBezTo>
                <a:cubicBezTo>
                  <a:pt x="522665" y="39712"/>
                  <a:pt x="506709" y="23757"/>
                  <a:pt x="487028" y="23757"/>
                </a:cubicBezTo>
                <a:cubicBezTo>
                  <a:pt x="467348" y="23757"/>
                  <a:pt x="451392" y="39712"/>
                  <a:pt x="451392" y="59393"/>
                </a:cubicBezTo>
                <a:cubicBezTo>
                  <a:pt x="451392" y="79075"/>
                  <a:pt x="467348" y="95030"/>
                  <a:pt x="487028" y="95030"/>
                </a:cubicBezTo>
                <a:close/>
                <a:moveTo>
                  <a:pt x="510786" y="237575"/>
                </a:moveTo>
                <a:cubicBezTo>
                  <a:pt x="530467" y="237575"/>
                  <a:pt x="546422" y="221620"/>
                  <a:pt x="546422" y="201938"/>
                </a:cubicBezTo>
                <a:cubicBezTo>
                  <a:pt x="546422" y="182257"/>
                  <a:pt x="530467" y="166302"/>
                  <a:pt x="510786" y="166302"/>
                </a:cubicBezTo>
                <a:cubicBezTo>
                  <a:pt x="491105" y="166302"/>
                  <a:pt x="475150" y="182257"/>
                  <a:pt x="475150" y="201938"/>
                </a:cubicBezTo>
                <a:cubicBezTo>
                  <a:pt x="475150" y="221620"/>
                  <a:pt x="491105" y="237575"/>
                  <a:pt x="510786" y="237575"/>
                </a:cubicBezTo>
                <a:close/>
                <a:moveTo>
                  <a:pt x="0" y="0"/>
                </a:moveTo>
                <a:moveTo>
                  <a:pt x="130666" y="249456"/>
                </a:moveTo>
                <a:lnTo>
                  <a:pt x="251449" y="180773"/>
                </a:lnTo>
                <a:moveTo>
                  <a:pt x="351399" y="118880"/>
                </a:moveTo>
                <a:lnTo>
                  <a:pt x="454770" y="74242"/>
                </a:lnTo>
                <a:moveTo>
                  <a:pt x="0" y="0"/>
                </a:moveTo>
                <a:moveTo>
                  <a:pt x="353998" y="158524"/>
                </a:moveTo>
                <a:lnTo>
                  <a:pt x="476599" y="192179"/>
                </a:lnTo>
                <a:moveTo>
                  <a:pt x="0" y="0"/>
                </a:moveTo>
                <a:moveTo>
                  <a:pt x="129506" y="322443"/>
                </a:moveTo>
                <a:lnTo>
                  <a:pt x="250104" y="391020"/>
                </a:lnTo>
                <a:moveTo>
                  <a:pt x="0" y="0"/>
                </a:moveTo>
                <a:moveTo>
                  <a:pt x="351611" y="451392"/>
                </a:moveTo>
                <a:lnTo>
                  <a:pt x="454690" y="495902"/>
                </a:lnTo>
                <a:moveTo>
                  <a:pt x="0" y="0"/>
                </a:moveTo>
                <a:moveTo>
                  <a:pt x="354742" y="413853"/>
                </a:moveTo>
                <a:lnTo>
                  <a:pt x="476611" y="378008"/>
                </a:lnTo>
              </a:path>
            </a:pathLst>
          </a:custGeom>
          <a:noFill/>
          <a:ln w="14254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9165C66D-CA5F-82F5-E5DA-842F51A1752E}"/>
              </a:ext>
            </a:extLst>
          </p:cNvPr>
          <p:cNvSpPr/>
          <p:nvPr/>
        </p:nvSpPr>
        <p:spPr>
          <a:xfrm>
            <a:off x="6895811" y="3195092"/>
            <a:ext cx="546422" cy="546422"/>
          </a:xfrm>
          <a:custGeom>
            <a:avLst/>
            <a:gdLst/>
            <a:ahLst/>
            <a:cxnLst/>
            <a:rect l="0" t="0" r="0" b="0"/>
            <a:pathLst>
              <a:path w="546422" h="546422">
                <a:moveTo>
                  <a:pt x="0" y="237575"/>
                </a:moveTo>
                <a:cubicBezTo>
                  <a:pt x="0" y="368784"/>
                  <a:pt x="106365" y="475150"/>
                  <a:pt x="237575" y="475150"/>
                </a:cubicBezTo>
                <a:cubicBezTo>
                  <a:pt x="368784" y="475150"/>
                  <a:pt x="475150" y="368784"/>
                  <a:pt x="475150" y="237575"/>
                </a:cubicBezTo>
                <a:cubicBezTo>
                  <a:pt x="475150" y="106365"/>
                  <a:pt x="368784" y="0"/>
                  <a:pt x="237575" y="0"/>
                </a:cubicBezTo>
                <a:cubicBezTo>
                  <a:pt x="106365" y="0"/>
                  <a:pt x="0" y="106365"/>
                  <a:pt x="0" y="237575"/>
                </a:cubicBezTo>
                <a:close/>
                <a:moveTo>
                  <a:pt x="546422" y="546422"/>
                </a:moveTo>
                <a:lnTo>
                  <a:pt x="405564" y="405564"/>
                </a:lnTo>
                <a:moveTo>
                  <a:pt x="166302" y="356410"/>
                </a:moveTo>
                <a:lnTo>
                  <a:pt x="142545" y="326689"/>
                </a:lnTo>
                <a:cubicBezTo>
                  <a:pt x="128646" y="309330"/>
                  <a:pt x="128646" y="284654"/>
                  <a:pt x="142545" y="267295"/>
                </a:cubicBezTo>
                <a:lnTo>
                  <a:pt x="166302" y="237575"/>
                </a:lnTo>
                <a:moveTo>
                  <a:pt x="308847" y="237575"/>
                </a:moveTo>
                <a:lnTo>
                  <a:pt x="332605" y="267295"/>
                </a:lnTo>
                <a:cubicBezTo>
                  <a:pt x="346503" y="284654"/>
                  <a:pt x="346503" y="309330"/>
                  <a:pt x="332605" y="326689"/>
                </a:cubicBezTo>
                <a:lnTo>
                  <a:pt x="308847" y="356410"/>
                </a:lnTo>
                <a:moveTo>
                  <a:pt x="237575" y="380120"/>
                </a:moveTo>
                <a:lnTo>
                  <a:pt x="237575" y="273211"/>
                </a:lnTo>
                <a:moveTo>
                  <a:pt x="213817" y="190060"/>
                </a:moveTo>
                <a:cubicBezTo>
                  <a:pt x="213817" y="176939"/>
                  <a:pt x="224454" y="166302"/>
                  <a:pt x="237575" y="166302"/>
                </a:cubicBezTo>
                <a:cubicBezTo>
                  <a:pt x="250695" y="166302"/>
                  <a:pt x="261332" y="176939"/>
                  <a:pt x="261332" y="190060"/>
                </a:cubicBezTo>
                <a:cubicBezTo>
                  <a:pt x="261332" y="203180"/>
                  <a:pt x="250695" y="213817"/>
                  <a:pt x="237575" y="213817"/>
                </a:cubicBezTo>
                <a:cubicBezTo>
                  <a:pt x="224454" y="213817"/>
                  <a:pt x="213817" y="203180"/>
                  <a:pt x="213817" y="190060"/>
                </a:cubicBezTo>
                <a:close/>
                <a:moveTo>
                  <a:pt x="242896" y="109569"/>
                </a:moveTo>
                <a:lnTo>
                  <a:pt x="302290" y="139266"/>
                </a:lnTo>
                <a:cubicBezTo>
                  <a:pt x="306309" y="141280"/>
                  <a:pt x="308847" y="145390"/>
                  <a:pt x="308847" y="149886"/>
                </a:cubicBezTo>
                <a:lnTo>
                  <a:pt x="308847" y="237575"/>
                </a:lnTo>
                <a:lnTo>
                  <a:pt x="237575" y="273211"/>
                </a:lnTo>
                <a:lnTo>
                  <a:pt x="166302" y="237575"/>
                </a:lnTo>
                <a:lnTo>
                  <a:pt x="166302" y="149886"/>
                </a:lnTo>
                <a:cubicBezTo>
                  <a:pt x="166302" y="145390"/>
                  <a:pt x="168840" y="141280"/>
                  <a:pt x="172859" y="139266"/>
                </a:cubicBezTo>
                <a:lnTo>
                  <a:pt x="232253" y="109569"/>
                </a:lnTo>
                <a:cubicBezTo>
                  <a:pt x="235602" y="107891"/>
                  <a:pt x="239547" y="107891"/>
                  <a:pt x="242896" y="109569"/>
                </a:cubicBezTo>
                <a:close/>
              </a:path>
            </a:pathLst>
          </a:custGeom>
          <a:noFill/>
          <a:ln w="14254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47F87-7185-234A-6BFD-076DA46812C3}"/>
              </a:ext>
            </a:extLst>
          </p:cNvPr>
          <p:cNvSpPr txBox="1"/>
          <p:nvPr/>
        </p:nvSpPr>
        <p:spPr>
          <a:xfrm>
            <a:off x="8442425" y="4904207"/>
            <a:ext cx="1493999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Mitigating identified risks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1FA657-BE94-2665-62CD-C1B8446DA724}"/>
              </a:ext>
            </a:extLst>
          </p:cNvPr>
          <p:cNvSpPr txBox="1"/>
          <p:nvPr/>
        </p:nvSpPr>
        <p:spPr>
          <a:xfrm>
            <a:off x="2749771" y="2110324"/>
            <a:ext cx="1093249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Gathering relevant
information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0D0333-060E-BCA1-0516-8F4B0E0E59EC}"/>
              </a:ext>
            </a:extLst>
          </p:cNvPr>
          <p:cNvSpPr txBox="1"/>
          <p:nvPr/>
        </p:nvSpPr>
        <p:spPr>
          <a:xfrm>
            <a:off x="8442425" y="1776769"/>
            <a:ext cx="140532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EAB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Creation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EAB60F-3A30-060B-4C88-8B5571A9C597}"/>
              </a:ext>
            </a:extLst>
          </p:cNvPr>
          <p:cNvSpPr txBox="1"/>
          <p:nvPr/>
        </p:nvSpPr>
        <p:spPr>
          <a:xfrm>
            <a:off x="2276838" y="3478756"/>
            <a:ext cx="1566134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Graph Neural
Network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36106B-F951-069D-9BF1-95D197C45808}"/>
              </a:ext>
            </a:extLst>
          </p:cNvPr>
          <p:cNvSpPr txBox="1"/>
          <p:nvPr/>
        </p:nvSpPr>
        <p:spPr>
          <a:xfrm>
            <a:off x="8442425" y="3478756"/>
            <a:ext cx="872034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key
characteristics</a:t>
            </a:r>
          </a:p>
        </p:txBody>
      </p:sp>
      <p:sp>
        <p:nvSpPr>
          <p:cNvPr id="24" name="Rounded Rectangle 22">
            <a:extLst>
              <a:ext uri="{FF2B5EF4-FFF2-40B4-BE49-F238E27FC236}">
                <a16:creationId xmlns:a16="http://schemas.microsoft.com/office/drawing/2014/main" id="{1A8F0562-D63F-774F-62EF-2A49C5EF3A28}"/>
              </a:ext>
            </a:extLst>
          </p:cNvPr>
          <p:cNvSpPr/>
          <p:nvPr/>
        </p:nvSpPr>
        <p:spPr>
          <a:xfrm>
            <a:off x="6896049" y="1826659"/>
            <a:ext cx="545947" cy="546422"/>
          </a:xfrm>
          <a:custGeom>
            <a:avLst/>
            <a:gdLst/>
            <a:ahLst/>
            <a:cxnLst/>
            <a:rect l="0" t="0" r="0" b="0"/>
            <a:pathLst>
              <a:path w="545947" h="546422">
                <a:moveTo>
                  <a:pt x="309156" y="473558"/>
                </a:moveTo>
                <a:cubicBezTo>
                  <a:pt x="339334" y="473558"/>
                  <a:pt x="363798" y="449094"/>
                  <a:pt x="363798" y="418916"/>
                </a:cubicBezTo>
                <a:cubicBezTo>
                  <a:pt x="363798" y="388737"/>
                  <a:pt x="339334" y="364273"/>
                  <a:pt x="309156" y="364273"/>
                </a:cubicBezTo>
                <a:cubicBezTo>
                  <a:pt x="278978" y="364273"/>
                  <a:pt x="254514" y="388737"/>
                  <a:pt x="254514" y="418916"/>
                </a:cubicBezTo>
                <a:cubicBezTo>
                  <a:pt x="254514" y="449094"/>
                  <a:pt x="278978" y="473558"/>
                  <a:pt x="309156" y="473558"/>
                </a:cubicBezTo>
                <a:close/>
                <a:moveTo>
                  <a:pt x="491305" y="546422"/>
                </a:moveTo>
                <a:cubicBezTo>
                  <a:pt x="521483" y="546422"/>
                  <a:pt x="545947" y="521958"/>
                  <a:pt x="545947" y="491780"/>
                </a:cubicBezTo>
                <a:cubicBezTo>
                  <a:pt x="545947" y="461602"/>
                  <a:pt x="521483" y="437138"/>
                  <a:pt x="491305" y="437138"/>
                </a:cubicBezTo>
                <a:cubicBezTo>
                  <a:pt x="461127" y="437138"/>
                  <a:pt x="436662" y="461602"/>
                  <a:pt x="436662" y="491780"/>
                </a:cubicBezTo>
                <a:cubicBezTo>
                  <a:pt x="436662" y="521958"/>
                  <a:pt x="461127" y="546422"/>
                  <a:pt x="491305" y="546422"/>
                </a:cubicBezTo>
                <a:close/>
                <a:moveTo>
                  <a:pt x="491305" y="364297"/>
                </a:moveTo>
                <a:cubicBezTo>
                  <a:pt x="521483" y="364297"/>
                  <a:pt x="545947" y="339833"/>
                  <a:pt x="545947" y="309655"/>
                </a:cubicBezTo>
                <a:cubicBezTo>
                  <a:pt x="545947" y="279477"/>
                  <a:pt x="521483" y="255013"/>
                  <a:pt x="491305" y="255013"/>
                </a:cubicBezTo>
                <a:cubicBezTo>
                  <a:pt x="461127" y="255013"/>
                  <a:pt x="436662" y="279477"/>
                  <a:pt x="436662" y="309655"/>
                </a:cubicBezTo>
                <a:cubicBezTo>
                  <a:pt x="436662" y="339833"/>
                  <a:pt x="461127" y="364297"/>
                  <a:pt x="491305" y="364297"/>
                </a:cubicBezTo>
                <a:close/>
                <a:moveTo>
                  <a:pt x="355887" y="391001"/>
                </a:moveTo>
                <a:lnTo>
                  <a:pt x="444526" y="337831"/>
                </a:lnTo>
                <a:moveTo>
                  <a:pt x="359878" y="439323"/>
                </a:moveTo>
                <a:lnTo>
                  <a:pt x="440654" y="471633"/>
                </a:lnTo>
                <a:moveTo>
                  <a:pt x="0" y="94721"/>
                </a:moveTo>
                <a:lnTo>
                  <a:pt x="461655" y="94721"/>
                </a:lnTo>
                <a:moveTo>
                  <a:pt x="0" y="296398"/>
                </a:moveTo>
                <a:lnTo>
                  <a:pt x="323743" y="296398"/>
                </a:lnTo>
                <a:moveTo>
                  <a:pt x="0" y="195714"/>
                </a:moveTo>
                <a:lnTo>
                  <a:pt x="400242" y="195714"/>
                </a:lnTo>
                <a:moveTo>
                  <a:pt x="188563" y="94721"/>
                </a:moveTo>
                <a:lnTo>
                  <a:pt x="188563" y="400741"/>
                </a:lnTo>
                <a:moveTo>
                  <a:pt x="323743" y="94721"/>
                </a:moveTo>
                <a:lnTo>
                  <a:pt x="323743" y="296398"/>
                </a:lnTo>
                <a:moveTo>
                  <a:pt x="182267" y="400694"/>
                </a:moveTo>
                <a:lnTo>
                  <a:pt x="48702" y="400694"/>
                </a:lnTo>
                <a:cubicBezTo>
                  <a:pt x="21883" y="400694"/>
                  <a:pt x="142" y="378952"/>
                  <a:pt x="142" y="352133"/>
                </a:cubicBezTo>
                <a:lnTo>
                  <a:pt x="142" y="48560"/>
                </a:lnTo>
                <a:cubicBezTo>
                  <a:pt x="142" y="21741"/>
                  <a:pt x="21883" y="0"/>
                  <a:pt x="48702" y="0"/>
                </a:cubicBezTo>
                <a:lnTo>
                  <a:pt x="412976" y="0"/>
                </a:lnTo>
                <a:cubicBezTo>
                  <a:pt x="439795" y="0"/>
                  <a:pt x="461537" y="21741"/>
                  <a:pt x="461537" y="48560"/>
                </a:cubicBezTo>
                <a:lnTo>
                  <a:pt x="461537" y="166611"/>
                </a:lnTo>
              </a:path>
            </a:pathLst>
          </a:custGeom>
          <a:noFill/>
          <a:ln w="14254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64AED9F2-79D1-377A-69A7-A81D128B7B33}"/>
              </a:ext>
            </a:extLst>
          </p:cNvPr>
          <p:cNvSpPr/>
          <p:nvPr/>
        </p:nvSpPr>
        <p:spPr>
          <a:xfrm>
            <a:off x="4842973" y="1826659"/>
            <a:ext cx="546802" cy="546422"/>
          </a:xfrm>
          <a:custGeom>
            <a:avLst/>
            <a:gdLst/>
            <a:ahLst/>
            <a:cxnLst/>
            <a:rect l="0" t="0" r="0" b="0"/>
            <a:pathLst>
              <a:path w="546802" h="546422">
                <a:moveTo>
                  <a:pt x="257365" y="273425"/>
                </a:moveTo>
                <a:cubicBezTo>
                  <a:pt x="257351" y="291194"/>
                  <a:pt x="242943" y="305592"/>
                  <a:pt x="225173" y="305592"/>
                </a:cubicBezTo>
                <a:lnTo>
                  <a:pt x="32167" y="305592"/>
                </a:lnTo>
                <a:cubicBezTo>
                  <a:pt x="14401" y="305592"/>
                  <a:pt x="0" y="291190"/>
                  <a:pt x="0" y="273425"/>
                </a:cubicBezTo>
                <a:lnTo>
                  <a:pt x="0" y="32167"/>
                </a:lnTo>
                <a:cubicBezTo>
                  <a:pt x="0" y="14401"/>
                  <a:pt x="14401" y="0"/>
                  <a:pt x="32167" y="0"/>
                </a:cubicBezTo>
                <a:lnTo>
                  <a:pt x="158248" y="0"/>
                </a:lnTo>
                <a:cubicBezTo>
                  <a:pt x="166788" y="21"/>
                  <a:pt x="174969" y="3440"/>
                  <a:pt x="180984" y="9503"/>
                </a:cubicBezTo>
                <a:lnTo>
                  <a:pt x="247933" y="76427"/>
                </a:lnTo>
                <a:cubicBezTo>
                  <a:pt x="253999" y="82450"/>
                  <a:pt x="257418" y="90639"/>
                  <a:pt x="257436" y="99187"/>
                </a:cubicBezTo>
                <a:close/>
                <a:moveTo>
                  <a:pt x="219756" y="464815"/>
                </a:moveTo>
                <a:lnTo>
                  <a:pt x="112848" y="464815"/>
                </a:lnTo>
                <a:cubicBezTo>
                  <a:pt x="99727" y="464815"/>
                  <a:pt x="89090" y="454179"/>
                  <a:pt x="89090" y="441058"/>
                </a:cubicBezTo>
                <a:lnTo>
                  <a:pt x="89090" y="378575"/>
                </a:lnTo>
                <a:moveTo>
                  <a:pt x="0" y="235888"/>
                </a:moveTo>
                <a:lnTo>
                  <a:pt x="29388" y="206642"/>
                </a:lnTo>
                <a:cubicBezTo>
                  <a:pt x="37098" y="198922"/>
                  <a:pt x="49386" y="198246"/>
                  <a:pt x="57897" y="205074"/>
                </a:cubicBezTo>
                <a:lnTo>
                  <a:pt x="96502" y="235959"/>
                </a:lnTo>
                <a:lnTo>
                  <a:pt x="166136" y="157559"/>
                </a:lnTo>
                <a:cubicBezTo>
                  <a:pt x="170216" y="152942"/>
                  <a:pt x="176090" y="150310"/>
                  <a:pt x="182252" y="150337"/>
                </a:cubicBezTo>
                <a:cubicBezTo>
                  <a:pt x="188414" y="150365"/>
                  <a:pt x="194264" y="153049"/>
                  <a:pt x="198303" y="157702"/>
                </a:cubicBezTo>
                <a:lnTo>
                  <a:pt x="257365" y="225173"/>
                </a:lnTo>
                <a:moveTo>
                  <a:pt x="80181" y="83151"/>
                </a:moveTo>
                <a:cubicBezTo>
                  <a:pt x="67060" y="83151"/>
                  <a:pt x="56424" y="93787"/>
                  <a:pt x="56424" y="106908"/>
                </a:cubicBezTo>
                <a:cubicBezTo>
                  <a:pt x="56424" y="120029"/>
                  <a:pt x="67060" y="130666"/>
                  <a:pt x="80181" y="130666"/>
                </a:cubicBezTo>
                <a:cubicBezTo>
                  <a:pt x="93302" y="130666"/>
                  <a:pt x="103939" y="120029"/>
                  <a:pt x="103939" y="106908"/>
                </a:cubicBezTo>
                <a:cubicBezTo>
                  <a:pt x="103939" y="93787"/>
                  <a:pt x="93302" y="83151"/>
                  <a:pt x="80181" y="83151"/>
                </a:cubicBezTo>
                <a:moveTo>
                  <a:pt x="172241" y="512330"/>
                </a:moveTo>
                <a:lnTo>
                  <a:pt x="219756" y="464815"/>
                </a:lnTo>
                <a:lnTo>
                  <a:pt x="172241" y="417300"/>
                </a:lnTo>
                <a:moveTo>
                  <a:pt x="439893" y="341157"/>
                </a:moveTo>
                <a:cubicBezTo>
                  <a:pt x="498931" y="341157"/>
                  <a:pt x="546802" y="325834"/>
                  <a:pt x="546802" y="306946"/>
                </a:cubicBezTo>
                <a:cubicBezTo>
                  <a:pt x="546802" y="288059"/>
                  <a:pt x="498931" y="272736"/>
                  <a:pt x="439893" y="272736"/>
                </a:cubicBezTo>
                <a:cubicBezTo>
                  <a:pt x="380856" y="272736"/>
                  <a:pt x="332985" y="288059"/>
                  <a:pt x="332985" y="306946"/>
                </a:cubicBezTo>
                <a:cubicBezTo>
                  <a:pt x="332985" y="325834"/>
                  <a:pt x="380832" y="341157"/>
                  <a:pt x="439893" y="341157"/>
                </a:cubicBezTo>
                <a:close/>
                <a:moveTo>
                  <a:pt x="332985" y="409579"/>
                </a:moveTo>
                <a:lnTo>
                  <a:pt x="332985" y="306946"/>
                </a:lnTo>
                <a:moveTo>
                  <a:pt x="546802" y="306946"/>
                </a:moveTo>
                <a:lnTo>
                  <a:pt x="546802" y="409579"/>
                </a:lnTo>
                <a:moveTo>
                  <a:pt x="546802" y="409579"/>
                </a:moveTo>
                <a:lnTo>
                  <a:pt x="546802" y="512211"/>
                </a:lnTo>
                <a:cubicBezTo>
                  <a:pt x="546802" y="531217"/>
                  <a:pt x="498931" y="546422"/>
                  <a:pt x="439893" y="546422"/>
                </a:cubicBezTo>
                <a:cubicBezTo>
                  <a:pt x="380856" y="546422"/>
                  <a:pt x="332985" y="531099"/>
                  <a:pt x="332985" y="512211"/>
                </a:cubicBezTo>
                <a:lnTo>
                  <a:pt x="332985" y="409579"/>
                </a:lnTo>
                <a:moveTo>
                  <a:pt x="546802" y="373943"/>
                </a:moveTo>
                <a:cubicBezTo>
                  <a:pt x="546802" y="392949"/>
                  <a:pt x="498931" y="408153"/>
                  <a:pt x="439893" y="408153"/>
                </a:cubicBezTo>
                <a:cubicBezTo>
                  <a:pt x="380856" y="408153"/>
                  <a:pt x="332985" y="392830"/>
                  <a:pt x="332985" y="373943"/>
                </a:cubicBezTo>
                <a:moveTo>
                  <a:pt x="332985" y="445215"/>
                </a:moveTo>
                <a:cubicBezTo>
                  <a:pt x="332985" y="464102"/>
                  <a:pt x="380856" y="479426"/>
                  <a:pt x="439893" y="479426"/>
                </a:cubicBezTo>
                <a:cubicBezTo>
                  <a:pt x="498931" y="479426"/>
                  <a:pt x="546802" y="464221"/>
                  <a:pt x="546802" y="445215"/>
                </a:cubicBezTo>
              </a:path>
            </a:pathLst>
          </a:custGeom>
          <a:noFill/>
          <a:ln w="14254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1BFBB8-A617-A313-FA94-B20A810ECF67}"/>
              </a:ext>
            </a:extLst>
          </p:cNvPr>
          <p:cNvSpPr txBox="1"/>
          <p:nvPr/>
        </p:nvSpPr>
        <p:spPr>
          <a:xfrm>
            <a:off x="2281098" y="4513633"/>
            <a:ext cx="156190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00" b="1">
                <a:solidFill>
                  <a:srgbClr val="E0CB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 Prediction</a:t>
            </a:r>
          </a:p>
        </p:txBody>
      </p:sp>
      <p:sp>
        <p:nvSpPr>
          <p:cNvPr id="27" name="Rounded Rectangle 25">
            <a:extLst>
              <a:ext uri="{FF2B5EF4-FFF2-40B4-BE49-F238E27FC236}">
                <a16:creationId xmlns:a16="http://schemas.microsoft.com/office/drawing/2014/main" id="{B11FDA40-D905-266D-8BA2-206BE3DBD4FF}"/>
              </a:ext>
            </a:extLst>
          </p:cNvPr>
          <p:cNvSpPr/>
          <p:nvPr/>
        </p:nvSpPr>
        <p:spPr>
          <a:xfrm>
            <a:off x="4831284" y="4551645"/>
            <a:ext cx="558557" cy="552364"/>
          </a:xfrm>
          <a:custGeom>
            <a:avLst/>
            <a:gdLst/>
            <a:ahLst/>
            <a:cxnLst/>
            <a:rect l="0" t="0" r="0" b="0"/>
            <a:pathLst>
              <a:path w="558557" h="552364">
                <a:moveTo>
                  <a:pt x="17818" y="212629"/>
                </a:moveTo>
                <a:lnTo>
                  <a:pt x="17818" y="136605"/>
                </a:lnTo>
                <a:cubicBezTo>
                  <a:pt x="17818" y="122351"/>
                  <a:pt x="27321" y="112848"/>
                  <a:pt x="41575" y="112848"/>
                </a:cubicBezTo>
                <a:lnTo>
                  <a:pt x="117599" y="112848"/>
                </a:lnTo>
                <a:moveTo>
                  <a:pt x="17818" y="343298"/>
                </a:moveTo>
                <a:lnTo>
                  <a:pt x="17818" y="419322"/>
                </a:lnTo>
                <a:cubicBezTo>
                  <a:pt x="17818" y="433576"/>
                  <a:pt x="27321" y="443079"/>
                  <a:pt x="41575" y="443079"/>
                </a:cubicBezTo>
                <a:lnTo>
                  <a:pt x="117599" y="443079"/>
                </a:lnTo>
                <a:moveTo>
                  <a:pt x="457331" y="343298"/>
                </a:moveTo>
                <a:lnTo>
                  <a:pt x="457331" y="419322"/>
                </a:lnTo>
                <a:cubicBezTo>
                  <a:pt x="457331" y="433576"/>
                  <a:pt x="447828" y="443079"/>
                  <a:pt x="433574" y="443079"/>
                </a:cubicBezTo>
                <a:lnTo>
                  <a:pt x="355174" y="443079"/>
                </a:lnTo>
                <a:moveTo>
                  <a:pt x="350423" y="343298"/>
                </a:moveTo>
                <a:cubicBezTo>
                  <a:pt x="329041" y="383686"/>
                  <a:pt x="288653" y="412195"/>
                  <a:pt x="238762" y="412195"/>
                </a:cubicBezTo>
                <a:cubicBezTo>
                  <a:pt x="169867" y="412195"/>
                  <a:pt x="115224" y="355177"/>
                  <a:pt x="115224" y="288656"/>
                </a:cubicBezTo>
                <a:cubicBezTo>
                  <a:pt x="115224" y="222134"/>
                  <a:pt x="172243" y="165116"/>
                  <a:pt x="238762" y="165116"/>
                </a:cubicBezTo>
                <a:lnTo>
                  <a:pt x="241100" y="165116"/>
                </a:lnTo>
                <a:moveTo>
                  <a:pt x="402689" y="552364"/>
                </a:moveTo>
                <a:cubicBezTo>
                  <a:pt x="359926" y="509600"/>
                  <a:pt x="302908" y="483467"/>
                  <a:pt x="238762" y="483467"/>
                </a:cubicBezTo>
                <a:cubicBezTo>
                  <a:pt x="174618" y="483467"/>
                  <a:pt x="117600" y="509600"/>
                  <a:pt x="74836" y="552364"/>
                </a:cubicBezTo>
                <a:moveTo>
                  <a:pt x="241138" y="165116"/>
                </a:moveTo>
                <a:lnTo>
                  <a:pt x="241138" y="412195"/>
                </a:lnTo>
                <a:moveTo>
                  <a:pt x="115224" y="286277"/>
                </a:moveTo>
                <a:lnTo>
                  <a:pt x="272023" y="286277"/>
                </a:lnTo>
                <a:moveTo>
                  <a:pt x="435016" y="106314"/>
                </a:moveTo>
                <a:lnTo>
                  <a:pt x="435016" y="144326"/>
                </a:lnTo>
                <a:moveTo>
                  <a:pt x="0" y="0"/>
                </a:moveTo>
                <a:moveTo>
                  <a:pt x="549054" y="220350"/>
                </a:moveTo>
                <a:lnTo>
                  <a:pt x="454024" y="30290"/>
                </a:lnTo>
                <a:cubicBezTo>
                  <a:pt x="444521" y="13660"/>
                  <a:pt x="420764" y="13660"/>
                  <a:pt x="411261" y="30290"/>
                </a:cubicBezTo>
                <a:lnTo>
                  <a:pt x="316231" y="220350"/>
                </a:lnTo>
                <a:cubicBezTo>
                  <a:pt x="306728" y="236981"/>
                  <a:pt x="318607" y="255987"/>
                  <a:pt x="337613" y="255987"/>
                </a:cubicBezTo>
                <a:lnTo>
                  <a:pt x="527673" y="255987"/>
                </a:lnTo>
                <a:cubicBezTo>
                  <a:pt x="546679" y="255987"/>
                  <a:pt x="558557" y="236981"/>
                  <a:pt x="549054" y="220350"/>
                </a:cubicBezTo>
                <a:close/>
                <a:moveTo>
                  <a:pt x="435018" y="196592"/>
                </a:moveTo>
                <a:lnTo>
                  <a:pt x="435018" y="196592"/>
                </a:lnTo>
              </a:path>
            </a:pathLst>
          </a:custGeom>
          <a:noFill/>
          <a:ln w="14254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18969D4E-BC71-945B-16A6-6F51B4C18A7A}"/>
              </a:ext>
            </a:extLst>
          </p:cNvPr>
          <p:cNvSpPr/>
          <p:nvPr/>
        </p:nvSpPr>
        <p:spPr>
          <a:xfrm>
            <a:off x="6895811" y="4563524"/>
            <a:ext cx="547513" cy="546422"/>
          </a:xfrm>
          <a:custGeom>
            <a:avLst/>
            <a:gdLst/>
            <a:ahLst/>
            <a:cxnLst/>
            <a:rect l="0" t="0" r="0" b="0"/>
            <a:pathLst>
              <a:path w="547513" h="546422">
                <a:moveTo>
                  <a:pt x="190060" y="546422"/>
                </a:moveTo>
                <a:lnTo>
                  <a:pt x="23757" y="546422"/>
                </a:lnTo>
                <a:cubicBezTo>
                  <a:pt x="10636" y="546422"/>
                  <a:pt x="0" y="535785"/>
                  <a:pt x="0" y="522665"/>
                </a:cubicBezTo>
                <a:lnTo>
                  <a:pt x="0" y="23757"/>
                </a:lnTo>
                <a:cubicBezTo>
                  <a:pt x="0" y="10636"/>
                  <a:pt x="10636" y="0"/>
                  <a:pt x="23757" y="0"/>
                </a:cubicBezTo>
                <a:lnTo>
                  <a:pt x="339566" y="0"/>
                </a:lnTo>
                <a:cubicBezTo>
                  <a:pt x="345866" y="1"/>
                  <a:pt x="351908" y="2505"/>
                  <a:pt x="356362" y="6960"/>
                </a:cubicBezTo>
                <a:lnTo>
                  <a:pt x="444431" y="95030"/>
                </a:lnTo>
                <a:cubicBezTo>
                  <a:pt x="448887" y="99484"/>
                  <a:pt x="451391" y="105526"/>
                  <a:pt x="451392" y="111826"/>
                </a:cubicBezTo>
                <a:lnTo>
                  <a:pt x="451392" y="190060"/>
                </a:lnTo>
                <a:moveTo>
                  <a:pt x="95030" y="318564"/>
                </a:moveTo>
                <a:lnTo>
                  <a:pt x="165209" y="248384"/>
                </a:lnTo>
                <a:cubicBezTo>
                  <a:pt x="172131" y="241477"/>
                  <a:pt x="182962" y="240403"/>
                  <a:pt x="191105" y="245818"/>
                </a:cubicBezTo>
                <a:lnTo>
                  <a:pt x="224199" y="267889"/>
                </a:lnTo>
                <a:cubicBezTo>
                  <a:pt x="232545" y="273447"/>
                  <a:pt x="243685" y="272161"/>
                  <a:pt x="250546" y="264848"/>
                </a:cubicBezTo>
                <a:lnTo>
                  <a:pt x="315594" y="195453"/>
                </a:lnTo>
                <a:moveTo>
                  <a:pt x="95030" y="142545"/>
                </a:moveTo>
                <a:lnTo>
                  <a:pt x="95030" y="380120"/>
                </a:lnTo>
                <a:lnTo>
                  <a:pt x="213817" y="380120"/>
                </a:lnTo>
                <a:moveTo>
                  <a:pt x="403877" y="475150"/>
                </a:moveTo>
                <a:cubicBezTo>
                  <a:pt x="407157" y="475150"/>
                  <a:pt x="409816" y="477809"/>
                  <a:pt x="409816" y="481089"/>
                </a:cubicBezTo>
                <a:cubicBezTo>
                  <a:pt x="409816" y="484369"/>
                  <a:pt x="407157" y="487028"/>
                  <a:pt x="403877" y="487028"/>
                </a:cubicBezTo>
                <a:cubicBezTo>
                  <a:pt x="400597" y="487028"/>
                  <a:pt x="397938" y="484369"/>
                  <a:pt x="397938" y="481089"/>
                </a:cubicBezTo>
                <a:cubicBezTo>
                  <a:pt x="397938" y="477809"/>
                  <a:pt x="400597" y="475150"/>
                  <a:pt x="403877" y="475150"/>
                </a:cubicBezTo>
                <a:moveTo>
                  <a:pt x="403877" y="356362"/>
                </a:moveTo>
                <a:lnTo>
                  <a:pt x="403877" y="427635"/>
                </a:lnTo>
                <a:moveTo>
                  <a:pt x="423786" y="285090"/>
                </a:moveTo>
                <a:cubicBezTo>
                  <a:pt x="419862" y="277741"/>
                  <a:pt x="412208" y="273151"/>
                  <a:pt x="403877" y="273151"/>
                </a:cubicBezTo>
                <a:cubicBezTo>
                  <a:pt x="395546" y="273151"/>
                  <a:pt x="387893" y="277741"/>
                  <a:pt x="383968" y="285090"/>
                </a:cubicBezTo>
                <a:lnTo>
                  <a:pt x="263850" y="513993"/>
                </a:lnTo>
                <a:cubicBezTo>
                  <a:pt x="260241" y="520853"/>
                  <a:pt x="260521" y="529108"/>
                  <a:pt x="264587" y="535707"/>
                </a:cubicBezTo>
                <a:cubicBezTo>
                  <a:pt x="268702" y="542337"/>
                  <a:pt x="275956" y="546364"/>
                  <a:pt x="283759" y="546351"/>
                </a:cubicBezTo>
                <a:lnTo>
                  <a:pt x="523995" y="546351"/>
                </a:lnTo>
                <a:cubicBezTo>
                  <a:pt x="531798" y="546364"/>
                  <a:pt x="539052" y="542337"/>
                  <a:pt x="543167" y="535708"/>
                </a:cubicBezTo>
                <a:cubicBezTo>
                  <a:pt x="547233" y="529108"/>
                  <a:pt x="547513" y="520853"/>
                  <a:pt x="543904" y="513993"/>
                </a:cubicBezTo>
                <a:close/>
              </a:path>
            </a:pathLst>
          </a:custGeom>
          <a:noFill/>
          <a:ln w="14254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7E3A1F-3B8E-6037-9F3C-FFAF0B9B913E}"/>
              </a:ext>
            </a:extLst>
          </p:cNvPr>
          <p:cNvSpPr txBox="1"/>
          <p:nvPr/>
        </p:nvSpPr>
        <p:spPr>
          <a:xfrm>
            <a:off x="8442425" y="4570651"/>
            <a:ext cx="168584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DE84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&amp; Prevention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D5B8AB-A10E-352F-345D-0BA2715E85CA}"/>
              </a:ext>
            </a:extLst>
          </p:cNvPr>
          <p:cNvSpPr txBox="1"/>
          <p:nvPr/>
        </p:nvSpPr>
        <p:spPr>
          <a:xfrm>
            <a:off x="2478768" y="1776769"/>
            <a:ext cx="136415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00" b="1">
                <a:solidFill>
                  <a:srgbClr val="4E88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89C136-4AE6-D647-A5B3-28956D6569C5}"/>
              </a:ext>
            </a:extLst>
          </p:cNvPr>
          <p:cNvSpPr txBox="1"/>
          <p:nvPr/>
        </p:nvSpPr>
        <p:spPr>
          <a:xfrm>
            <a:off x="2664782" y="4847189"/>
            <a:ext cx="1178208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potential
threats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F7ACC5-7275-5349-37EE-B2E8B085605D}"/>
              </a:ext>
            </a:extLst>
          </p:cNvPr>
          <p:cNvSpPr txBox="1"/>
          <p:nvPr/>
        </p:nvSpPr>
        <p:spPr>
          <a:xfrm>
            <a:off x="2408273" y="784776"/>
            <a:ext cx="7528151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IN" sz="2800" b="1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 PREDICTION PROCESS TIMELINE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6A04D0-5A03-4B68-B37B-79C22CFC825C}"/>
              </a:ext>
            </a:extLst>
          </p:cNvPr>
          <p:cNvSpPr txBox="1"/>
          <p:nvPr/>
        </p:nvSpPr>
        <p:spPr>
          <a:xfrm>
            <a:off x="8442425" y="3145201"/>
            <a:ext cx="1668214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3CC58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1982749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DA6EE-5B3E-A7EC-2067-C48844B7F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66"/>
            <a:ext cx="12192000" cy="6858000"/>
          </a:xfrm>
          <a:prstGeom prst="rect">
            <a:avLst/>
          </a:prstGeom>
        </p:spPr>
      </p:pic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670CA50C-479A-5A28-2318-CABAF0876E20}"/>
              </a:ext>
            </a:extLst>
          </p:cNvPr>
          <p:cNvSpPr/>
          <p:nvPr/>
        </p:nvSpPr>
        <p:spPr>
          <a:xfrm>
            <a:off x="2362305" y="5087205"/>
            <a:ext cx="2793433" cy="293019"/>
          </a:xfrm>
          <a:custGeom>
            <a:avLst/>
            <a:gdLst/>
            <a:ahLst/>
            <a:cxnLst/>
            <a:rect l="0" t="0" r="0" b="0"/>
            <a:pathLst>
              <a:path w="2793433" h="293019">
                <a:moveTo>
                  <a:pt x="2793433" y="243143"/>
                </a:moveTo>
                <a:cubicBezTo>
                  <a:pt x="2793433" y="270689"/>
                  <a:pt x="2771103" y="293019"/>
                  <a:pt x="2743557" y="293019"/>
                </a:cubicBezTo>
                <a:cubicBezTo>
                  <a:pt x="2716011" y="293019"/>
                  <a:pt x="2693680" y="270689"/>
                  <a:pt x="2693680" y="243143"/>
                </a:cubicBezTo>
                <a:cubicBezTo>
                  <a:pt x="2693680" y="215597"/>
                  <a:pt x="2716011" y="193266"/>
                  <a:pt x="2743557" y="193266"/>
                </a:cubicBezTo>
                <a:cubicBezTo>
                  <a:pt x="2771103" y="193266"/>
                  <a:pt x="2793433" y="215597"/>
                  <a:pt x="2793433" y="243143"/>
                </a:cubicBezTo>
                <a:close/>
                <a:moveTo>
                  <a:pt x="100111" y="243143"/>
                </a:moveTo>
                <a:cubicBezTo>
                  <a:pt x="100111" y="270689"/>
                  <a:pt x="77701" y="293019"/>
                  <a:pt x="50055" y="293019"/>
                </a:cubicBezTo>
                <a:cubicBezTo>
                  <a:pt x="22411" y="293019"/>
                  <a:pt x="0" y="270689"/>
                  <a:pt x="0" y="243143"/>
                </a:cubicBezTo>
                <a:cubicBezTo>
                  <a:pt x="0" y="215597"/>
                  <a:pt x="22411" y="193266"/>
                  <a:pt x="50055" y="193266"/>
                </a:cubicBezTo>
                <a:cubicBezTo>
                  <a:pt x="77701" y="193266"/>
                  <a:pt x="100111" y="215597"/>
                  <a:pt x="100111" y="243143"/>
                </a:cubicBezTo>
                <a:close/>
                <a:moveTo>
                  <a:pt x="2743557" y="193266"/>
                </a:moveTo>
                <a:lnTo>
                  <a:pt x="2743557" y="0"/>
                </a:lnTo>
                <a:moveTo>
                  <a:pt x="50233" y="2074"/>
                </a:moveTo>
                <a:lnTo>
                  <a:pt x="50233" y="193266"/>
                </a:lnTo>
                <a:moveTo>
                  <a:pt x="2693804" y="243354"/>
                </a:moveTo>
                <a:lnTo>
                  <a:pt x="1538211" y="243354"/>
                </a:lnTo>
                <a:moveTo>
                  <a:pt x="1255579" y="243355"/>
                </a:moveTo>
                <a:lnTo>
                  <a:pt x="100109" y="243354"/>
                </a:lnTo>
              </a:path>
            </a:pathLst>
          </a:custGeom>
          <a:noFill/>
          <a:ln w="12468">
            <a:solidFill>
              <a:srgbClr val="484848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3B7982A4-6A1D-3D35-82BA-04EC544F4C18}"/>
              </a:ext>
            </a:extLst>
          </p:cNvPr>
          <p:cNvSpPr/>
          <p:nvPr/>
        </p:nvSpPr>
        <p:spPr>
          <a:xfrm>
            <a:off x="3365161" y="5197348"/>
            <a:ext cx="788079" cy="980901"/>
          </a:xfrm>
          <a:custGeom>
            <a:avLst/>
            <a:gdLst/>
            <a:ahLst/>
            <a:cxnLst/>
            <a:rect l="0" t="0" r="0" b="0"/>
            <a:pathLst>
              <a:path w="788079" h="980901">
                <a:moveTo>
                  <a:pt x="394039" y="0"/>
                </a:moveTo>
                <a:cubicBezTo>
                  <a:pt x="331927" y="0"/>
                  <a:pt x="279756" y="42577"/>
                  <a:pt x="265126" y="100143"/>
                </a:cubicBezTo>
                <a:lnTo>
                  <a:pt x="4921" y="948648"/>
                </a:lnTo>
                <a:cubicBezTo>
                  <a:pt x="0" y="964683"/>
                  <a:pt x="11995" y="980901"/>
                  <a:pt x="28762" y="980901"/>
                </a:cubicBezTo>
                <a:lnTo>
                  <a:pt x="759317" y="980901"/>
                </a:lnTo>
                <a:cubicBezTo>
                  <a:pt x="776092" y="980901"/>
                  <a:pt x="788079" y="964683"/>
                  <a:pt x="783158" y="948648"/>
                </a:cubicBezTo>
                <a:lnTo>
                  <a:pt x="522970" y="100201"/>
                </a:lnTo>
                <a:cubicBezTo>
                  <a:pt x="508364" y="42611"/>
                  <a:pt x="456177" y="0"/>
                  <a:pt x="394039" y="0"/>
                </a:cubicBezTo>
                <a:moveTo>
                  <a:pt x="394039" y="191192"/>
                </a:moveTo>
                <a:cubicBezTo>
                  <a:pt x="361902" y="191192"/>
                  <a:pt x="335850" y="165140"/>
                  <a:pt x="335850" y="133003"/>
                </a:cubicBezTo>
                <a:cubicBezTo>
                  <a:pt x="335850" y="100866"/>
                  <a:pt x="361902" y="74814"/>
                  <a:pt x="394039" y="74814"/>
                </a:cubicBezTo>
                <a:cubicBezTo>
                  <a:pt x="426176" y="74814"/>
                  <a:pt x="452228" y="100866"/>
                  <a:pt x="452228" y="133003"/>
                </a:cubicBezTo>
                <a:cubicBezTo>
                  <a:pt x="452228" y="165140"/>
                  <a:pt x="426176" y="191192"/>
                  <a:pt x="394039" y="191192"/>
                </a:cubicBez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3272C078-4E16-CD7E-C62D-1644B4FEA95A}"/>
              </a:ext>
            </a:extLst>
          </p:cNvPr>
          <p:cNvSpPr/>
          <p:nvPr/>
        </p:nvSpPr>
        <p:spPr>
          <a:xfrm>
            <a:off x="3365164" y="5197348"/>
            <a:ext cx="788074" cy="980901"/>
          </a:xfrm>
          <a:custGeom>
            <a:avLst/>
            <a:gdLst/>
            <a:ahLst/>
            <a:cxnLst/>
            <a:rect l="0" t="0" r="0" b="0"/>
            <a:pathLst>
              <a:path w="788074" h="980901">
                <a:moveTo>
                  <a:pt x="394037" y="0"/>
                </a:moveTo>
                <a:cubicBezTo>
                  <a:pt x="331922" y="0"/>
                  <a:pt x="279751" y="42581"/>
                  <a:pt x="265123" y="100145"/>
                </a:cubicBezTo>
                <a:lnTo>
                  <a:pt x="4916" y="948651"/>
                </a:lnTo>
                <a:cubicBezTo>
                  <a:pt x="0" y="964683"/>
                  <a:pt x="11990" y="980901"/>
                  <a:pt x="28758" y="980901"/>
                </a:cubicBezTo>
                <a:lnTo>
                  <a:pt x="759316" y="980901"/>
                </a:lnTo>
                <a:cubicBezTo>
                  <a:pt x="776085" y="980901"/>
                  <a:pt x="788074" y="964683"/>
                  <a:pt x="783158" y="948651"/>
                </a:cubicBezTo>
                <a:lnTo>
                  <a:pt x="522966" y="100204"/>
                </a:lnTo>
                <a:cubicBezTo>
                  <a:pt x="508359" y="42610"/>
                  <a:pt x="456175" y="0"/>
                  <a:pt x="394037" y="0"/>
                </a:cubicBezTo>
                <a:close/>
                <a:moveTo>
                  <a:pt x="394039" y="191192"/>
                </a:moveTo>
                <a:cubicBezTo>
                  <a:pt x="361902" y="191192"/>
                  <a:pt x="335849" y="165140"/>
                  <a:pt x="335849" y="133003"/>
                </a:cubicBezTo>
                <a:cubicBezTo>
                  <a:pt x="335849" y="100866"/>
                  <a:pt x="361902" y="74814"/>
                  <a:pt x="394039" y="74814"/>
                </a:cubicBezTo>
                <a:cubicBezTo>
                  <a:pt x="426176" y="74814"/>
                  <a:pt x="452228" y="100866"/>
                  <a:pt x="452228" y="133003"/>
                </a:cubicBezTo>
                <a:cubicBezTo>
                  <a:pt x="452228" y="165140"/>
                  <a:pt x="426176" y="191192"/>
                  <a:pt x="394039" y="191192"/>
                </a:cubicBezTo>
                <a:close/>
              </a:path>
            </a:pathLst>
          </a:custGeom>
          <a:noFill/>
          <a:ln w="12468">
            <a:solidFill>
              <a:srgbClr val="FFFFFF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02FADDB8-B61F-6E36-3781-658620F81667}"/>
              </a:ext>
            </a:extLst>
          </p:cNvPr>
          <p:cNvSpPr/>
          <p:nvPr/>
        </p:nvSpPr>
        <p:spPr>
          <a:xfrm>
            <a:off x="4158211" y="4781712"/>
            <a:ext cx="1895301" cy="299258"/>
          </a:xfrm>
          <a:custGeom>
            <a:avLst/>
            <a:gdLst/>
            <a:ahLst/>
            <a:cxnLst/>
            <a:rect l="0" t="0" r="0" b="0"/>
            <a:pathLst>
              <a:path w="1895301" h="299258">
                <a:moveTo>
                  <a:pt x="8986" y="47623"/>
                </a:moveTo>
                <a:cubicBezTo>
                  <a:pt x="2809" y="40765"/>
                  <a:pt x="0" y="31804"/>
                  <a:pt x="0" y="22577"/>
                </a:cubicBezTo>
                <a:cubicBezTo>
                  <a:pt x="0" y="10108"/>
                  <a:pt x="10108" y="0"/>
                  <a:pt x="22577" y="0"/>
                </a:cubicBezTo>
                <a:lnTo>
                  <a:pt x="1872724" y="0"/>
                </a:lnTo>
                <a:cubicBezTo>
                  <a:pt x="1885193" y="0"/>
                  <a:pt x="1895301" y="10108"/>
                  <a:pt x="1895301" y="22577"/>
                </a:cubicBezTo>
                <a:cubicBezTo>
                  <a:pt x="1895301" y="31804"/>
                  <a:pt x="1892492" y="40765"/>
                  <a:pt x="1886315" y="47623"/>
                </a:cubicBezTo>
                <a:cubicBezTo>
                  <a:pt x="1841693" y="97192"/>
                  <a:pt x="1618629" y="299258"/>
                  <a:pt x="947650" y="299258"/>
                </a:cubicBezTo>
                <a:cubicBezTo>
                  <a:pt x="276672" y="299258"/>
                  <a:pt x="53608" y="97192"/>
                  <a:pt x="8986" y="47623"/>
                </a:cubicBez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A2CA34F2-AE51-2F37-7D68-AE2CC4D8CEB8}"/>
              </a:ext>
            </a:extLst>
          </p:cNvPr>
          <p:cNvSpPr/>
          <p:nvPr/>
        </p:nvSpPr>
        <p:spPr>
          <a:xfrm>
            <a:off x="4158211" y="4781712"/>
            <a:ext cx="1895301" cy="299258"/>
          </a:xfrm>
          <a:custGeom>
            <a:avLst/>
            <a:gdLst/>
            <a:ahLst/>
            <a:cxnLst/>
            <a:rect l="0" t="0" r="0" b="0"/>
            <a:pathLst>
              <a:path w="1895301" h="299258">
                <a:moveTo>
                  <a:pt x="8987" y="47626"/>
                </a:moveTo>
                <a:cubicBezTo>
                  <a:pt x="2813" y="40768"/>
                  <a:pt x="0" y="31803"/>
                  <a:pt x="0" y="22574"/>
                </a:cubicBezTo>
                <a:cubicBezTo>
                  <a:pt x="0" y="10106"/>
                  <a:pt x="10106" y="0"/>
                  <a:pt x="22574" y="0"/>
                </a:cubicBezTo>
                <a:lnTo>
                  <a:pt x="1872726" y="0"/>
                </a:lnTo>
                <a:cubicBezTo>
                  <a:pt x="1885195" y="0"/>
                  <a:pt x="1895301" y="10106"/>
                  <a:pt x="1895301" y="22574"/>
                </a:cubicBezTo>
                <a:cubicBezTo>
                  <a:pt x="1895301" y="31803"/>
                  <a:pt x="1892489" y="40768"/>
                  <a:pt x="1886314" y="47626"/>
                </a:cubicBezTo>
                <a:cubicBezTo>
                  <a:pt x="1841694" y="97189"/>
                  <a:pt x="1618632" y="299258"/>
                  <a:pt x="947650" y="299258"/>
                </a:cubicBezTo>
                <a:cubicBezTo>
                  <a:pt x="276669" y="299258"/>
                  <a:pt x="53607" y="97189"/>
                  <a:pt x="8987" y="47626"/>
                </a:cubicBezTo>
                <a:close/>
              </a:path>
            </a:pathLst>
          </a:custGeom>
          <a:noFill/>
          <a:ln w="12468">
            <a:solidFill>
              <a:srgbClr val="FFFFFF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18B4F72A-6AE0-CEE4-9ADA-2DD13AE5768B}"/>
              </a:ext>
            </a:extLst>
          </p:cNvPr>
          <p:cNvSpPr/>
          <p:nvPr/>
        </p:nvSpPr>
        <p:spPr>
          <a:xfrm>
            <a:off x="1464888" y="4781712"/>
            <a:ext cx="1895301" cy="299258"/>
          </a:xfrm>
          <a:custGeom>
            <a:avLst/>
            <a:gdLst/>
            <a:ahLst/>
            <a:cxnLst/>
            <a:rect l="0" t="0" r="0" b="0"/>
            <a:pathLst>
              <a:path w="1895301" h="299258">
                <a:moveTo>
                  <a:pt x="8986" y="47623"/>
                </a:moveTo>
                <a:cubicBezTo>
                  <a:pt x="2809" y="40765"/>
                  <a:pt x="0" y="31804"/>
                  <a:pt x="0" y="22577"/>
                </a:cubicBezTo>
                <a:cubicBezTo>
                  <a:pt x="0" y="10108"/>
                  <a:pt x="10108" y="0"/>
                  <a:pt x="22577" y="0"/>
                </a:cubicBezTo>
                <a:lnTo>
                  <a:pt x="1872724" y="0"/>
                </a:lnTo>
                <a:cubicBezTo>
                  <a:pt x="1885193" y="0"/>
                  <a:pt x="1895301" y="10108"/>
                  <a:pt x="1895301" y="22577"/>
                </a:cubicBezTo>
                <a:cubicBezTo>
                  <a:pt x="1895301" y="31804"/>
                  <a:pt x="1892492" y="40765"/>
                  <a:pt x="1886315" y="47623"/>
                </a:cubicBezTo>
                <a:cubicBezTo>
                  <a:pt x="1841693" y="97192"/>
                  <a:pt x="1618629" y="299258"/>
                  <a:pt x="947650" y="299258"/>
                </a:cubicBezTo>
                <a:cubicBezTo>
                  <a:pt x="276672" y="299258"/>
                  <a:pt x="53608" y="97192"/>
                  <a:pt x="8986" y="47623"/>
                </a:cubicBez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B602B087-4189-F473-942F-4EBB4D02E627}"/>
              </a:ext>
            </a:extLst>
          </p:cNvPr>
          <p:cNvSpPr/>
          <p:nvPr/>
        </p:nvSpPr>
        <p:spPr>
          <a:xfrm>
            <a:off x="1464888" y="4781712"/>
            <a:ext cx="1895301" cy="299258"/>
          </a:xfrm>
          <a:custGeom>
            <a:avLst/>
            <a:gdLst/>
            <a:ahLst/>
            <a:cxnLst/>
            <a:rect l="0" t="0" r="0" b="0"/>
            <a:pathLst>
              <a:path w="1895301" h="299258">
                <a:moveTo>
                  <a:pt x="8987" y="47626"/>
                </a:moveTo>
                <a:cubicBezTo>
                  <a:pt x="2813" y="40768"/>
                  <a:pt x="0" y="31803"/>
                  <a:pt x="0" y="22574"/>
                </a:cubicBezTo>
                <a:cubicBezTo>
                  <a:pt x="0" y="10106"/>
                  <a:pt x="10106" y="0"/>
                  <a:pt x="22574" y="0"/>
                </a:cubicBezTo>
                <a:lnTo>
                  <a:pt x="1872726" y="0"/>
                </a:lnTo>
                <a:cubicBezTo>
                  <a:pt x="1885195" y="0"/>
                  <a:pt x="1895301" y="10106"/>
                  <a:pt x="1895301" y="22574"/>
                </a:cubicBezTo>
                <a:cubicBezTo>
                  <a:pt x="1895301" y="31803"/>
                  <a:pt x="1892489" y="40768"/>
                  <a:pt x="1886314" y="47626"/>
                </a:cubicBezTo>
                <a:cubicBezTo>
                  <a:pt x="1841694" y="97189"/>
                  <a:pt x="1618632" y="299258"/>
                  <a:pt x="947650" y="299258"/>
                </a:cubicBezTo>
                <a:cubicBezTo>
                  <a:pt x="276669" y="299258"/>
                  <a:pt x="53607" y="97189"/>
                  <a:pt x="8987" y="47626"/>
                </a:cubicBezTo>
                <a:close/>
              </a:path>
            </a:pathLst>
          </a:custGeom>
          <a:noFill/>
          <a:ln w="12468">
            <a:solidFill>
              <a:srgbClr val="FFFFFF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58ADAE54-99EB-D108-946D-77B436079892}"/>
              </a:ext>
            </a:extLst>
          </p:cNvPr>
          <p:cNvSpPr txBox="1"/>
          <p:nvPr/>
        </p:nvSpPr>
        <p:spPr>
          <a:xfrm>
            <a:off x="4730758" y="1754727"/>
            <a:ext cx="750205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
Unknown
Attacks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165EC1D8-D3CA-7E5E-C90B-8BA3A18A2DA4}"/>
              </a:ext>
            </a:extLst>
          </p:cNvPr>
          <p:cNvSpPr/>
          <p:nvPr/>
        </p:nvSpPr>
        <p:spPr>
          <a:xfrm>
            <a:off x="1378065" y="2592775"/>
            <a:ext cx="527396" cy="504142"/>
          </a:xfrm>
          <a:custGeom>
            <a:avLst/>
            <a:gdLst/>
            <a:ahLst/>
            <a:cxnLst/>
            <a:rect l="0" t="0" r="0" b="0"/>
            <a:pathLst>
              <a:path w="382385" h="384193">
                <a:moveTo>
                  <a:pt x="229514" y="206384"/>
                </a:moveTo>
                <a:cubicBezTo>
                  <a:pt x="221100" y="213857"/>
                  <a:pt x="210243" y="217996"/>
                  <a:pt x="198990" y="218021"/>
                </a:cubicBezTo>
                <a:cubicBezTo>
                  <a:pt x="175379" y="217713"/>
                  <a:pt x="155531" y="200210"/>
                  <a:pt x="152272" y="176823"/>
                </a:cubicBezTo>
                <a:lnTo>
                  <a:pt x="151740" y="172734"/>
                </a:lnTo>
                <a:cubicBezTo>
                  <a:pt x="135403" y="165362"/>
                  <a:pt x="124846" y="149161"/>
                  <a:pt x="124700" y="131239"/>
                </a:cubicBezTo>
                <a:cubicBezTo>
                  <a:pt x="124553" y="113316"/>
                  <a:pt x="134844" y="96945"/>
                  <a:pt x="151058" y="89307"/>
                </a:cubicBezTo>
                <a:lnTo>
                  <a:pt x="151707" y="85550"/>
                </a:lnTo>
                <a:cubicBezTo>
                  <a:pt x="151383" y="66581"/>
                  <a:pt x="166505" y="50946"/>
                  <a:pt x="185473" y="50636"/>
                </a:cubicBezTo>
                <a:lnTo>
                  <a:pt x="188798" y="47162"/>
                </a:lnTo>
                <a:cubicBezTo>
                  <a:pt x="188359" y="31187"/>
                  <a:pt x="196630" y="16234"/>
                  <a:pt x="210396" y="8117"/>
                </a:cubicBezTo>
                <a:cubicBezTo>
                  <a:pt x="224162" y="0"/>
                  <a:pt x="241250" y="0"/>
                  <a:pt x="255016" y="8117"/>
                </a:cubicBezTo>
                <a:cubicBezTo>
                  <a:pt x="268782" y="16234"/>
                  <a:pt x="277053" y="31187"/>
                  <a:pt x="276614" y="47162"/>
                </a:cubicBezTo>
                <a:lnTo>
                  <a:pt x="279939" y="50636"/>
                </a:lnTo>
                <a:cubicBezTo>
                  <a:pt x="298907" y="50946"/>
                  <a:pt x="314029" y="66581"/>
                  <a:pt x="313705" y="85550"/>
                </a:cubicBezTo>
                <a:lnTo>
                  <a:pt x="317745" y="91036"/>
                </a:lnTo>
                <a:cubicBezTo>
                  <a:pt x="332637" y="99633"/>
                  <a:pt x="341486" y="115823"/>
                  <a:pt x="340681" y="132999"/>
                </a:cubicBezTo>
                <a:cubicBezTo>
                  <a:pt x="339876" y="150176"/>
                  <a:pt x="329552" y="165467"/>
                  <a:pt x="313921" y="172634"/>
                </a:cubicBezTo>
                <a:lnTo>
                  <a:pt x="313140" y="176823"/>
                </a:lnTo>
                <a:cubicBezTo>
                  <a:pt x="309875" y="200207"/>
                  <a:pt x="290031" y="217706"/>
                  <a:pt x="266422" y="218021"/>
                </a:cubicBezTo>
                <a:cubicBezTo>
                  <a:pt x="255292" y="218014"/>
                  <a:pt x="244538" y="213994"/>
                  <a:pt x="236131" y="206699"/>
                </a:cubicBezTo>
                <a:close/>
                <a:moveTo>
                  <a:pt x="232756" y="109873"/>
                </a:moveTo>
                <a:lnTo>
                  <a:pt x="232756" y="284440"/>
                </a:lnTo>
                <a:moveTo>
                  <a:pt x="232756" y="168062"/>
                </a:moveTo>
                <a:cubicBezTo>
                  <a:pt x="256520" y="168067"/>
                  <a:pt x="278481" y="155391"/>
                  <a:pt x="290363" y="134811"/>
                </a:cubicBezTo>
                <a:moveTo>
                  <a:pt x="182880" y="101560"/>
                </a:moveTo>
                <a:cubicBezTo>
                  <a:pt x="182880" y="129106"/>
                  <a:pt x="205210" y="151436"/>
                  <a:pt x="232756" y="151436"/>
                </a:cubicBezTo>
                <a:moveTo>
                  <a:pt x="133136" y="206633"/>
                </a:moveTo>
                <a:lnTo>
                  <a:pt x="132654" y="209210"/>
                </a:lnTo>
                <a:cubicBezTo>
                  <a:pt x="130651" y="223602"/>
                  <a:pt x="118438" y="234374"/>
                  <a:pt x="103909" y="234564"/>
                </a:cubicBezTo>
                <a:cubicBezTo>
                  <a:pt x="97061" y="234556"/>
                  <a:pt x="90445" y="232083"/>
                  <a:pt x="85271" y="227598"/>
                </a:cubicBezTo>
                <a:lnTo>
                  <a:pt x="81132" y="227465"/>
                </a:lnTo>
                <a:cubicBezTo>
                  <a:pt x="75939" y="232034"/>
                  <a:pt x="69262" y="234557"/>
                  <a:pt x="62345" y="234564"/>
                </a:cubicBezTo>
                <a:cubicBezTo>
                  <a:pt x="47813" y="234381"/>
                  <a:pt x="35596" y="223605"/>
                  <a:pt x="33600" y="209210"/>
                </a:cubicBezTo>
                <a:lnTo>
                  <a:pt x="33267" y="206699"/>
                </a:lnTo>
                <a:cubicBezTo>
                  <a:pt x="23210" y="202165"/>
                  <a:pt x="16711" y="192194"/>
                  <a:pt x="16622" y="181163"/>
                </a:cubicBezTo>
                <a:cubicBezTo>
                  <a:pt x="16532" y="170132"/>
                  <a:pt x="22869" y="160057"/>
                  <a:pt x="32851" y="155360"/>
                </a:cubicBezTo>
                <a:lnTo>
                  <a:pt x="33250" y="153099"/>
                </a:lnTo>
                <a:cubicBezTo>
                  <a:pt x="33148" y="147489"/>
                  <a:pt x="35281" y="142068"/>
                  <a:pt x="39180" y="138033"/>
                </a:cubicBezTo>
                <a:cubicBezTo>
                  <a:pt x="43078" y="133997"/>
                  <a:pt x="48422" y="131677"/>
                  <a:pt x="54032" y="131586"/>
                </a:cubicBezTo>
                <a:lnTo>
                  <a:pt x="56110" y="129441"/>
                </a:lnTo>
                <a:cubicBezTo>
                  <a:pt x="55870" y="114281"/>
                  <a:pt x="67967" y="101797"/>
                  <a:pt x="83127" y="101560"/>
                </a:cubicBezTo>
                <a:cubicBezTo>
                  <a:pt x="85951" y="101553"/>
                  <a:pt x="88758" y="102002"/>
                  <a:pt x="91440" y="102890"/>
                </a:cubicBezTo>
                <a:moveTo>
                  <a:pt x="83127" y="184687"/>
                </a:moveTo>
                <a:lnTo>
                  <a:pt x="83127" y="284440"/>
                </a:lnTo>
                <a:moveTo>
                  <a:pt x="0" y="284440"/>
                </a:moveTo>
                <a:lnTo>
                  <a:pt x="382385" y="284440"/>
                </a:lnTo>
                <a:moveTo>
                  <a:pt x="0" y="384193"/>
                </a:moveTo>
                <a:lnTo>
                  <a:pt x="382385" y="384193"/>
                </a:lnTo>
                <a:moveTo>
                  <a:pt x="33250" y="334316"/>
                </a:moveTo>
                <a:lnTo>
                  <a:pt x="99752" y="334316"/>
                </a:lnTo>
                <a:moveTo>
                  <a:pt x="149629" y="334316"/>
                </a:moveTo>
                <a:lnTo>
                  <a:pt x="216130" y="334316"/>
                </a:lnTo>
                <a:moveTo>
                  <a:pt x="266007" y="334316"/>
                </a:moveTo>
                <a:lnTo>
                  <a:pt x="332509" y="334316"/>
                </a:ln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1132AE0-C92D-E982-9BDC-A9C76088FA2E}"/>
              </a:ext>
            </a:extLst>
          </p:cNvPr>
          <p:cNvSpPr txBox="1"/>
          <p:nvPr/>
        </p:nvSpPr>
        <p:spPr>
          <a:xfrm>
            <a:off x="2030153" y="2553901"/>
            <a:ext cx="936154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Analyzes
Devices
Individually</a:t>
            </a: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850E4181-C8B5-6D00-507A-ACA80C94ADC5}"/>
              </a:ext>
            </a:extLst>
          </p:cNvPr>
          <p:cNvSpPr/>
          <p:nvPr/>
        </p:nvSpPr>
        <p:spPr>
          <a:xfrm>
            <a:off x="4067233" y="2620913"/>
            <a:ext cx="527396" cy="447716"/>
          </a:xfrm>
          <a:custGeom>
            <a:avLst/>
            <a:gdLst/>
            <a:ahLst/>
            <a:cxnLst/>
            <a:rect l="0" t="0" r="0" b="0"/>
            <a:pathLst>
              <a:path w="365760" h="382385">
                <a:moveTo>
                  <a:pt x="36143" y="290380"/>
                </a:moveTo>
                <a:lnTo>
                  <a:pt x="0" y="382385"/>
                </a:lnTo>
                <a:moveTo>
                  <a:pt x="49876" y="382385"/>
                </a:moveTo>
                <a:lnTo>
                  <a:pt x="64722" y="299258"/>
                </a:lnTo>
                <a:moveTo>
                  <a:pt x="329616" y="290380"/>
                </a:moveTo>
                <a:lnTo>
                  <a:pt x="365760" y="382385"/>
                </a:lnTo>
                <a:moveTo>
                  <a:pt x="315883" y="382385"/>
                </a:moveTo>
                <a:lnTo>
                  <a:pt x="301037" y="299258"/>
                </a:lnTo>
                <a:moveTo>
                  <a:pt x="221650" y="197277"/>
                </a:moveTo>
                <a:lnTo>
                  <a:pt x="281635" y="245258"/>
                </a:lnTo>
                <a:moveTo>
                  <a:pt x="84124" y="245258"/>
                </a:moveTo>
                <a:lnTo>
                  <a:pt x="144092" y="197277"/>
                </a:lnTo>
                <a:moveTo>
                  <a:pt x="55046" y="233055"/>
                </a:moveTo>
                <a:lnTo>
                  <a:pt x="47050" y="149113"/>
                </a:lnTo>
                <a:moveTo>
                  <a:pt x="151258" y="309432"/>
                </a:moveTo>
                <a:lnTo>
                  <a:pt x="88231" y="280022"/>
                </a:lnTo>
                <a:moveTo>
                  <a:pt x="277512" y="280039"/>
                </a:moveTo>
                <a:lnTo>
                  <a:pt x="214501" y="309432"/>
                </a:lnTo>
                <a:moveTo>
                  <a:pt x="318660" y="149629"/>
                </a:moveTo>
                <a:lnTo>
                  <a:pt x="310713" y="232972"/>
                </a:lnTo>
                <a:moveTo>
                  <a:pt x="213620" y="45919"/>
                </a:moveTo>
                <a:lnTo>
                  <a:pt x="294386" y="79170"/>
                </a:lnTo>
                <a:moveTo>
                  <a:pt x="71356" y="79170"/>
                </a:moveTo>
                <a:lnTo>
                  <a:pt x="152156" y="45902"/>
                </a:lnTo>
                <a:moveTo>
                  <a:pt x="24938" y="266007"/>
                </a:moveTo>
                <a:cubicBezTo>
                  <a:pt x="24938" y="284371"/>
                  <a:pt x="39825" y="299258"/>
                  <a:pt x="58189" y="299258"/>
                </a:cubicBezTo>
                <a:cubicBezTo>
                  <a:pt x="76553" y="299258"/>
                  <a:pt x="91440" y="284371"/>
                  <a:pt x="91440" y="266007"/>
                </a:cubicBezTo>
                <a:cubicBezTo>
                  <a:pt x="91440" y="247643"/>
                  <a:pt x="76553" y="232756"/>
                  <a:pt x="58189" y="232756"/>
                </a:cubicBezTo>
                <a:cubicBezTo>
                  <a:pt x="39825" y="232756"/>
                  <a:pt x="24938" y="247643"/>
                  <a:pt x="24938" y="266007"/>
                </a:cubicBezTo>
                <a:close/>
                <a:moveTo>
                  <a:pt x="149629" y="33250"/>
                </a:moveTo>
                <a:cubicBezTo>
                  <a:pt x="149629" y="51614"/>
                  <a:pt x="164516" y="66501"/>
                  <a:pt x="182880" y="66501"/>
                </a:cubicBezTo>
                <a:cubicBezTo>
                  <a:pt x="201243" y="66501"/>
                  <a:pt x="216130" y="51614"/>
                  <a:pt x="216130" y="33250"/>
                </a:cubicBezTo>
                <a:cubicBezTo>
                  <a:pt x="216130" y="14886"/>
                  <a:pt x="201243" y="0"/>
                  <a:pt x="182880" y="0"/>
                </a:cubicBezTo>
                <a:cubicBezTo>
                  <a:pt x="164516" y="0"/>
                  <a:pt x="149629" y="14886"/>
                  <a:pt x="149629" y="33250"/>
                </a:cubicBezTo>
                <a:close/>
                <a:moveTo>
                  <a:pt x="0" y="108065"/>
                </a:moveTo>
                <a:cubicBezTo>
                  <a:pt x="0" y="131020"/>
                  <a:pt x="18608" y="149629"/>
                  <a:pt x="41563" y="149629"/>
                </a:cubicBezTo>
                <a:cubicBezTo>
                  <a:pt x="64518" y="149629"/>
                  <a:pt x="83127" y="131020"/>
                  <a:pt x="83127" y="108065"/>
                </a:cubicBezTo>
                <a:cubicBezTo>
                  <a:pt x="83127" y="85110"/>
                  <a:pt x="64518" y="66501"/>
                  <a:pt x="41563" y="66501"/>
                </a:cubicBezTo>
                <a:cubicBezTo>
                  <a:pt x="18608" y="66501"/>
                  <a:pt x="0" y="85110"/>
                  <a:pt x="0" y="108065"/>
                </a:cubicBezTo>
                <a:close/>
                <a:moveTo>
                  <a:pt x="274320" y="266007"/>
                </a:moveTo>
                <a:cubicBezTo>
                  <a:pt x="274320" y="284371"/>
                  <a:pt x="289206" y="299258"/>
                  <a:pt x="307570" y="299258"/>
                </a:cubicBezTo>
                <a:cubicBezTo>
                  <a:pt x="325934" y="299258"/>
                  <a:pt x="340821" y="284371"/>
                  <a:pt x="340821" y="266007"/>
                </a:cubicBezTo>
                <a:cubicBezTo>
                  <a:pt x="340821" y="247643"/>
                  <a:pt x="325934" y="232756"/>
                  <a:pt x="307570" y="232756"/>
                </a:cubicBezTo>
                <a:cubicBezTo>
                  <a:pt x="289206" y="232756"/>
                  <a:pt x="274320" y="247643"/>
                  <a:pt x="274320" y="266007"/>
                </a:cubicBezTo>
                <a:close/>
                <a:moveTo>
                  <a:pt x="282632" y="108065"/>
                </a:moveTo>
                <a:cubicBezTo>
                  <a:pt x="282632" y="131020"/>
                  <a:pt x="301241" y="149629"/>
                  <a:pt x="324196" y="149629"/>
                </a:cubicBezTo>
                <a:cubicBezTo>
                  <a:pt x="347151" y="149629"/>
                  <a:pt x="365760" y="131020"/>
                  <a:pt x="365760" y="108065"/>
                </a:cubicBezTo>
                <a:cubicBezTo>
                  <a:pt x="365760" y="85110"/>
                  <a:pt x="347151" y="66501"/>
                  <a:pt x="324196" y="66501"/>
                </a:cubicBezTo>
                <a:cubicBezTo>
                  <a:pt x="301241" y="66501"/>
                  <a:pt x="282632" y="85110"/>
                  <a:pt x="282632" y="108065"/>
                </a:cubicBezTo>
                <a:close/>
                <a:moveTo>
                  <a:pt x="136578" y="147733"/>
                </a:moveTo>
                <a:lnTo>
                  <a:pt x="58189" y="116378"/>
                </a:lnTo>
                <a:moveTo>
                  <a:pt x="307570" y="116378"/>
                </a:moveTo>
                <a:lnTo>
                  <a:pt x="229148" y="147750"/>
                </a:lnTo>
                <a:moveTo>
                  <a:pt x="182880" y="66501"/>
                </a:moveTo>
                <a:lnTo>
                  <a:pt x="182880" y="116378"/>
                </a:lnTo>
                <a:moveTo>
                  <a:pt x="201284" y="212606"/>
                </a:moveTo>
                <a:lnTo>
                  <a:pt x="224443" y="382385"/>
                </a:lnTo>
                <a:moveTo>
                  <a:pt x="141316" y="382385"/>
                </a:moveTo>
                <a:lnTo>
                  <a:pt x="164475" y="212606"/>
                </a:lnTo>
                <a:moveTo>
                  <a:pt x="133003" y="166254"/>
                </a:moveTo>
                <a:cubicBezTo>
                  <a:pt x="133003" y="193800"/>
                  <a:pt x="155334" y="216130"/>
                  <a:pt x="182880" y="216130"/>
                </a:cubicBezTo>
                <a:cubicBezTo>
                  <a:pt x="210425" y="216130"/>
                  <a:pt x="232756" y="193800"/>
                  <a:pt x="232756" y="166254"/>
                </a:cubicBezTo>
                <a:cubicBezTo>
                  <a:pt x="232756" y="138708"/>
                  <a:pt x="210425" y="116378"/>
                  <a:pt x="182880" y="116378"/>
                </a:cubicBezTo>
                <a:cubicBezTo>
                  <a:pt x="155334" y="116378"/>
                  <a:pt x="133003" y="138708"/>
                  <a:pt x="133003" y="166254"/>
                </a:cubicBezTo>
                <a:close/>
              </a:path>
            </a:pathLst>
          </a:cu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E08907B-9048-9394-D396-A2FF12A47DBD}"/>
              </a:ext>
            </a:extLst>
          </p:cNvPr>
          <p:cNvSpPr txBox="1"/>
          <p:nvPr/>
        </p:nvSpPr>
        <p:spPr>
          <a:xfrm>
            <a:off x="4723477" y="2558102"/>
            <a:ext cx="1169323" cy="6463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
Network
Relationships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0DE89200-4E8D-83D7-F6E2-0EAE0849A071}"/>
              </a:ext>
            </a:extLst>
          </p:cNvPr>
          <p:cNvSpPr/>
          <p:nvPr/>
        </p:nvSpPr>
        <p:spPr>
          <a:xfrm>
            <a:off x="1378065" y="3378508"/>
            <a:ext cx="527396" cy="476144"/>
          </a:xfrm>
          <a:custGeom>
            <a:avLst/>
            <a:gdLst/>
            <a:ahLst/>
            <a:cxnLst/>
            <a:rect l="0" t="0" r="0" b="0"/>
            <a:pathLst>
              <a:path w="382385" h="373609">
                <a:moveTo>
                  <a:pt x="33250" y="273856"/>
                </a:moveTo>
                <a:lnTo>
                  <a:pt x="199505" y="273856"/>
                </a:lnTo>
                <a:lnTo>
                  <a:pt x="199505" y="373609"/>
                </a:lnTo>
                <a:lnTo>
                  <a:pt x="33250" y="373609"/>
                </a:lnTo>
                <a:close/>
                <a:moveTo>
                  <a:pt x="0" y="157478"/>
                </a:moveTo>
                <a:cubicBezTo>
                  <a:pt x="0" y="221752"/>
                  <a:pt x="52104" y="273856"/>
                  <a:pt x="116378" y="273856"/>
                </a:cubicBezTo>
                <a:cubicBezTo>
                  <a:pt x="180652" y="273856"/>
                  <a:pt x="232756" y="221752"/>
                  <a:pt x="232756" y="157478"/>
                </a:cubicBezTo>
                <a:cubicBezTo>
                  <a:pt x="232756" y="93204"/>
                  <a:pt x="180652" y="41100"/>
                  <a:pt x="116378" y="41100"/>
                </a:cubicBezTo>
                <a:cubicBezTo>
                  <a:pt x="52104" y="41100"/>
                  <a:pt x="0" y="93204"/>
                  <a:pt x="0" y="157478"/>
                </a:cubicBezTo>
                <a:close/>
                <a:moveTo>
                  <a:pt x="315883" y="165791"/>
                </a:moveTo>
                <a:lnTo>
                  <a:pt x="315883" y="248486"/>
                </a:lnTo>
                <a:cubicBezTo>
                  <a:pt x="315883" y="289805"/>
                  <a:pt x="282388" y="323300"/>
                  <a:pt x="241069" y="323300"/>
                </a:cubicBezTo>
                <a:lnTo>
                  <a:pt x="241069" y="323300"/>
                </a:lnTo>
                <a:lnTo>
                  <a:pt x="199505" y="323732"/>
                </a:lnTo>
                <a:moveTo>
                  <a:pt x="290945" y="140852"/>
                </a:moveTo>
                <a:cubicBezTo>
                  <a:pt x="290945" y="154625"/>
                  <a:pt x="302110" y="165791"/>
                  <a:pt x="315883" y="165791"/>
                </a:cubicBezTo>
                <a:cubicBezTo>
                  <a:pt x="329656" y="165791"/>
                  <a:pt x="340821" y="154625"/>
                  <a:pt x="340821" y="140852"/>
                </a:cubicBezTo>
                <a:cubicBezTo>
                  <a:pt x="340821" y="127080"/>
                  <a:pt x="329656" y="115914"/>
                  <a:pt x="315883" y="115914"/>
                </a:cubicBezTo>
                <a:cubicBezTo>
                  <a:pt x="302110" y="115914"/>
                  <a:pt x="290945" y="127080"/>
                  <a:pt x="290945" y="140852"/>
                </a:cubicBezTo>
                <a:close/>
                <a:moveTo>
                  <a:pt x="66501" y="323732"/>
                </a:moveTo>
                <a:lnTo>
                  <a:pt x="166254" y="323732"/>
                </a:lnTo>
                <a:moveTo>
                  <a:pt x="382385" y="31374"/>
                </a:moveTo>
                <a:cubicBezTo>
                  <a:pt x="343601" y="0"/>
                  <a:pt x="288165" y="0"/>
                  <a:pt x="249381" y="31374"/>
                </a:cubicBezTo>
                <a:moveTo>
                  <a:pt x="277096" y="71441"/>
                </a:moveTo>
                <a:cubicBezTo>
                  <a:pt x="299720" y="53152"/>
                  <a:pt x="332046" y="53152"/>
                  <a:pt x="354670" y="71441"/>
                </a:cubicBezTo>
                <a:moveTo>
                  <a:pt x="74814" y="157478"/>
                </a:moveTo>
                <a:cubicBezTo>
                  <a:pt x="74814" y="134523"/>
                  <a:pt x="93423" y="115914"/>
                  <a:pt x="116378" y="115914"/>
                </a:cubicBezTo>
                <a:cubicBezTo>
                  <a:pt x="139333" y="115914"/>
                  <a:pt x="157941" y="134523"/>
                  <a:pt x="157941" y="157478"/>
                </a:cubicBezTo>
                <a:cubicBezTo>
                  <a:pt x="157941" y="180433"/>
                  <a:pt x="139333" y="199042"/>
                  <a:pt x="116378" y="199042"/>
                </a:cubicBezTo>
                <a:cubicBezTo>
                  <a:pt x="93423" y="199042"/>
                  <a:pt x="74814" y="180433"/>
                  <a:pt x="74814" y="157478"/>
                </a:cubicBezTo>
                <a:close/>
              </a:path>
            </a:pathLst>
          </a:cu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CA29773F-D88D-1BDB-BC3E-AA6672E127F0}"/>
              </a:ext>
            </a:extLst>
          </p:cNvPr>
          <p:cNvSpPr txBox="1"/>
          <p:nvPr/>
        </p:nvSpPr>
        <p:spPr>
          <a:xfrm>
            <a:off x="2030153" y="3451675"/>
            <a:ext cx="1384995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 False Alarm
Rate</a:t>
            </a:r>
          </a:p>
        </p:txBody>
      </p:sp>
      <p:sp>
        <p:nvSpPr>
          <p:cNvPr id="17" name="Rounded Rectangle 15">
            <a:extLst>
              <a:ext uri="{FF2B5EF4-FFF2-40B4-BE49-F238E27FC236}">
                <a16:creationId xmlns:a16="http://schemas.microsoft.com/office/drawing/2014/main" id="{B06E22B8-ECA3-10DE-6B9C-98809F1EEEA7}"/>
              </a:ext>
            </a:extLst>
          </p:cNvPr>
          <p:cNvSpPr/>
          <p:nvPr/>
        </p:nvSpPr>
        <p:spPr>
          <a:xfrm>
            <a:off x="4067233" y="3382096"/>
            <a:ext cx="527396" cy="476144"/>
          </a:xfrm>
          <a:custGeom>
            <a:avLst/>
            <a:gdLst/>
            <a:ahLst/>
            <a:cxnLst/>
            <a:rect l="0" t="0" r="0" b="0"/>
            <a:pathLst>
              <a:path w="379060" h="275982">
                <a:moveTo>
                  <a:pt x="59851" y="0"/>
                </a:moveTo>
                <a:cubicBezTo>
                  <a:pt x="23275" y="33250"/>
                  <a:pt x="0" y="84789"/>
                  <a:pt x="0" y="137991"/>
                </a:cubicBezTo>
                <a:cubicBezTo>
                  <a:pt x="0" y="191192"/>
                  <a:pt x="23275" y="242731"/>
                  <a:pt x="59851" y="275982"/>
                </a:cubicBezTo>
                <a:moveTo>
                  <a:pt x="319208" y="0"/>
                </a:moveTo>
                <a:cubicBezTo>
                  <a:pt x="355784" y="33250"/>
                  <a:pt x="379060" y="84789"/>
                  <a:pt x="379060" y="137991"/>
                </a:cubicBezTo>
                <a:cubicBezTo>
                  <a:pt x="379060" y="191192"/>
                  <a:pt x="355784" y="242731"/>
                  <a:pt x="319208" y="275982"/>
                </a:cubicBezTo>
                <a:moveTo>
                  <a:pt x="189529" y="267669"/>
                </a:moveTo>
                <a:cubicBezTo>
                  <a:pt x="117910" y="267669"/>
                  <a:pt x="59851" y="209610"/>
                  <a:pt x="59851" y="137991"/>
                </a:cubicBezTo>
                <a:cubicBezTo>
                  <a:pt x="59851" y="66371"/>
                  <a:pt x="117910" y="8312"/>
                  <a:pt x="189529" y="8312"/>
                </a:cubicBezTo>
                <a:cubicBezTo>
                  <a:pt x="261148" y="8312"/>
                  <a:pt x="319208" y="66371"/>
                  <a:pt x="319208" y="137991"/>
                </a:cubicBezTo>
                <a:cubicBezTo>
                  <a:pt x="319208" y="209610"/>
                  <a:pt x="261148" y="267669"/>
                  <a:pt x="189529" y="267669"/>
                </a:cubicBezTo>
                <a:close/>
                <a:moveTo>
                  <a:pt x="189529" y="171242"/>
                </a:moveTo>
                <a:cubicBezTo>
                  <a:pt x="196180" y="171242"/>
                  <a:pt x="221118" y="171242"/>
                  <a:pt x="246056" y="146303"/>
                </a:cubicBezTo>
                <a:cubicBezTo>
                  <a:pt x="269331" y="169579"/>
                  <a:pt x="290945" y="171242"/>
                  <a:pt x="314220" y="171242"/>
                </a:cubicBezTo>
                <a:moveTo>
                  <a:pt x="64838" y="171242"/>
                </a:moveTo>
                <a:cubicBezTo>
                  <a:pt x="88114" y="171242"/>
                  <a:pt x="109727" y="169579"/>
                  <a:pt x="133003" y="146303"/>
                </a:cubicBezTo>
                <a:cubicBezTo>
                  <a:pt x="157941" y="171242"/>
                  <a:pt x="182879" y="171242"/>
                  <a:pt x="189529" y="171242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51F606B0-6934-CB4A-3D5D-835F11BF0B2E}"/>
              </a:ext>
            </a:extLst>
          </p:cNvPr>
          <p:cNvSpPr txBox="1"/>
          <p:nvPr/>
        </p:nvSpPr>
        <p:spPr>
          <a:xfrm>
            <a:off x="4745775" y="3422234"/>
            <a:ext cx="1001877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False
Positive Rate</a:t>
            </a: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FECB1000-093D-19AE-C74B-57AA7363FBC4}"/>
              </a:ext>
            </a:extLst>
          </p:cNvPr>
          <p:cNvSpPr/>
          <p:nvPr/>
        </p:nvSpPr>
        <p:spPr>
          <a:xfrm>
            <a:off x="1378065" y="4104687"/>
            <a:ext cx="527396" cy="476144"/>
          </a:xfrm>
          <a:custGeom>
            <a:avLst/>
            <a:gdLst/>
            <a:ahLst/>
            <a:cxnLst/>
            <a:rect l="0" t="0" r="0" b="0"/>
            <a:pathLst>
              <a:path w="382385" h="382385">
                <a:moveTo>
                  <a:pt x="199505" y="99752"/>
                </a:moveTo>
                <a:cubicBezTo>
                  <a:pt x="199505" y="145662"/>
                  <a:pt x="236722" y="182880"/>
                  <a:pt x="282632" y="182880"/>
                </a:cubicBezTo>
                <a:cubicBezTo>
                  <a:pt x="328542" y="182880"/>
                  <a:pt x="365760" y="145662"/>
                  <a:pt x="365760" y="99752"/>
                </a:cubicBezTo>
                <a:cubicBezTo>
                  <a:pt x="365760" y="53842"/>
                  <a:pt x="328542" y="16625"/>
                  <a:pt x="282632" y="16625"/>
                </a:cubicBezTo>
                <a:cubicBezTo>
                  <a:pt x="236722" y="16625"/>
                  <a:pt x="199505" y="53842"/>
                  <a:pt x="199505" y="99752"/>
                </a:cubicBezTo>
                <a:close/>
                <a:moveTo>
                  <a:pt x="282632" y="0"/>
                </a:moveTo>
                <a:lnTo>
                  <a:pt x="282632" y="49876"/>
                </a:lnTo>
                <a:moveTo>
                  <a:pt x="282632" y="149629"/>
                </a:moveTo>
                <a:lnTo>
                  <a:pt x="282632" y="199505"/>
                </a:lnTo>
                <a:moveTo>
                  <a:pt x="182880" y="99752"/>
                </a:moveTo>
                <a:lnTo>
                  <a:pt x="232756" y="99752"/>
                </a:lnTo>
                <a:moveTo>
                  <a:pt x="332509" y="99752"/>
                </a:moveTo>
                <a:lnTo>
                  <a:pt x="382385" y="99752"/>
                </a:lnTo>
                <a:moveTo>
                  <a:pt x="282632" y="95596"/>
                </a:moveTo>
                <a:cubicBezTo>
                  <a:pt x="284928" y="95596"/>
                  <a:pt x="286789" y="97457"/>
                  <a:pt x="286789" y="99752"/>
                </a:cubicBezTo>
                <a:cubicBezTo>
                  <a:pt x="286789" y="102048"/>
                  <a:pt x="284928" y="103909"/>
                  <a:pt x="282632" y="103909"/>
                </a:cubicBezTo>
                <a:cubicBezTo>
                  <a:pt x="280337" y="103909"/>
                  <a:pt x="278476" y="102048"/>
                  <a:pt x="278476" y="99752"/>
                </a:cubicBezTo>
                <a:cubicBezTo>
                  <a:pt x="278476" y="97457"/>
                  <a:pt x="280337" y="95596"/>
                  <a:pt x="282632" y="95596"/>
                </a:cubicBezTo>
                <a:moveTo>
                  <a:pt x="83127" y="224443"/>
                </a:moveTo>
                <a:lnTo>
                  <a:pt x="83127" y="174567"/>
                </a:lnTo>
                <a:moveTo>
                  <a:pt x="116378" y="382385"/>
                </a:moveTo>
                <a:lnTo>
                  <a:pt x="124690" y="282632"/>
                </a:lnTo>
                <a:lnTo>
                  <a:pt x="166254" y="282632"/>
                </a:lnTo>
                <a:lnTo>
                  <a:pt x="166254" y="224443"/>
                </a:lnTo>
                <a:cubicBezTo>
                  <a:pt x="166254" y="178533"/>
                  <a:pt x="129037" y="141316"/>
                  <a:pt x="83127" y="141316"/>
                </a:cubicBezTo>
                <a:cubicBezTo>
                  <a:pt x="37217" y="141316"/>
                  <a:pt x="0" y="178533"/>
                  <a:pt x="0" y="224443"/>
                </a:cubicBezTo>
                <a:lnTo>
                  <a:pt x="0" y="282632"/>
                </a:lnTo>
                <a:lnTo>
                  <a:pt x="41563" y="282632"/>
                </a:lnTo>
                <a:lnTo>
                  <a:pt x="49876" y="382385"/>
                </a:lnTo>
                <a:close/>
                <a:moveTo>
                  <a:pt x="140767" y="50325"/>
                </a:moveTo>
                <a:cubicBezTo>
                  <a:pt x="128687" y="55516"/>
                  <a:pt x="115677" y="58192"/>
                  <a:pt x="102529" y="58189"/>
                </a:cubicBezTo>
                <a:cubicBezTo>
                  <a:pt x="76297" y="58194"/>
                  <a:pt x="51192" y="47529"/>
                  <a:pt x="32984" y="28645"/>
                </a:cubicBezTo>
                <a:moveTo>
                  <a:pt x="24938" y="58189"/>
                </a:moveTo>
                <a:cubicBezTo>
                  <a:pt x="24938" y="90326"/>
                  <a:pt x="50990" y="116378"/>
                  <a:pt x="83127" y="116378"/>
                </a:cubicBezTo>
                <a:cubicBezTo>
                  <a:pt x="115264" y="116378"/>
                  <a:pt x="141316" y="90326"/>
                  <a:pt x="141316" y="58189"/>
                </a:cubicBezTo>
                <a:cubicBezTo>
                  <a:pt x="141316" y="26052"/>
                  <a:pt x="115264" y="0"/>
                  <a:pt x="83127" y="0"/>
                </a:cubicBezTo>
                <a:cubicBezTo>
                  <a:pt x="50990" y="0"/>
                  <a:pt x="24938" y="26052"/>
                  <a:pt x="24938" y="58189"/>
                </a:cubicBezTo>
                <a:close/>
              </a:path>
            </a:pathLst>
          </a:cu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B3C7ED2D-7352-E100-403B-F6BA6B2EC233}"/>
              </a:ext>
            </a:extLst>
          </p:cNvPr>
          <p:cNvSpPr txBox="1"/>
          <p:nvPr/>
        </p:nvSpPr>
        <p:spPr>
          <a:xfrm>
            <a:off x="2030153" y="4149944"/>
            <a:ext cx="1183016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Threat
Prediction</a:t>
            </a:r>
          </a:p>
        </p:txBody>
      </p:sp>
      <p:sp>
        <p:nvSpPr>
          <p:cNvPr id="21" name="Rounded Rectangle 19">
            <a:extLst>
              <a:ext uri="{FF2B5EF4-FFF2-40B4-BE49-F238E27FC236}">
                <a16:creationId xmlns:a16="http://schemas.microsoft.com/office/drawing/2014/main" id="{4ECCCAD9-1B6E-B737-9FC4-4A46669B34F0}"/>
              </a:ext>
            </a:extLst>
          </p:cNvPr>
          <p:cNvSpPr/>
          <p:nvPr/>
        </p:nvSpPr>
        <p:spPr>
          <a:xfrm>
            <a:off x="3947146" y="4070688"/>
            <a:ext cx="647484" cy="476144"/>
          </a:xfrm>
          <a:custGeom>
            <a:avLst/>
            <a:gdLst/>
            <a:ahLst/>
            <a:cxnLst/>
            <a:rect l="0" t="0" r="0" b="0"/>
            <a:pathLst>
              <a:path w="386541" h="386541">
                <a:moveTo>
                  <a:pt x="199505" y="325027"/>
                </a:moveTo>
                <a:cubicBezTo>
                  <a:pt x="216032" y="325027"/>
                  <a:pt x="229431" y="311629"/>
                  <a:pt x="229431" y="295101"/>
                </a:cubicBezTo>
                <a:cubicBezTo>
                  <a:pt x="229431" y="278574"/>
                  <a:pt x="216032" y="265176"/>
                  <a:pt x="199505" y="265176"/>
                </a:cubicBezTo>
                <a:cubicBezTo>
                  <a:pt x="182978" y="265176"/>
                  <a:pt x="169579" y="278574"/>
                  <a:pt x="169579" y="295101"/>
                </a:cubicBezTo>
                <a:cubicBezTo>
                  <a:pt x="169579" y="311629"/>
                  <a:pt x="182978" y="325027"/>
                  <a:pt x="199505" y="325027"/>
                </a:cubicBezTo>
                <a:close/>
                <a:moveTo>
                  <a:pt x="157941" y="386541"/>
                </a:moveTo>
                <a:lnTo>
                  <a:pt x="157941" y="366591"/>
                </a:lnTo>
                <a:cubicBezTo>
                  <a:pt x="157941" y="343315"/>
                  <a:pt x="176229" y="325027"/>
                  <a:pt x="199505" y="325027"/>
                </a:cubicBezTo>
                <a:cubicBezTo>
                  <a:pt x="222781" y="325027"/>
                  <a:pt x="241069" y="343315"/>
                  <a:pt x="241069" y="366591"/>
                </a:cubicBezTo>
                <a:lnTo>
                  <a:pt x="241069" y="386541"/>
                </a:lnTo>
                <a:moveTo>
                  <a:pt x="0" y="0"/>
                </a:moveTo>
                <a:moveTo>
                  <a:pt x="148797" y="231926"/>
                </a:moveTo>
                <a:lnTo>
                  <a:pt x="14131" y="318379"/>
                </a:lnTo>
                <a:moveTo>
                  <a:pt x="14131" y="12470"/>
                </a:moveTo>
                <a:lnTo>
                  <a:pt x="34082" y="12470"/>
                </a:lnTo>
                <a:cubicBezTo>
                  <a:pt x="52370" y="12470"/>
                  <a:pt x="67333" y="27432"/>
                  <a:pt x="67333" y="45720"/>
                </a:cubicBezTo>
                <a:cubicBezTo>
                  <a:pt x="90608" y="45720"/>
                  <a:pt x="108896" y="64008"/>
                  <a:pt x="108896" y="87284"/>
                </a:cubicBezTo>
                <a:lnTo>
                  <a:pt x="117209" y="87284"/>
                </a:lnTo>
                <a:cubicBezTo>
                  <a:pt x="135497" y="87284"/>
                  <a:pt x="150460" y="102247"/>
                  <a:pt x="150460" y="120535"/>
                </a:cubicBezTo>
                <a:cubicBezTo>
                  <a:pt x="150460" y="120535"/>
                  <a:pt x="152122" y="150461"/>
                  <a:pt x="127184" y="158774"/>
                </a:cubicBezTo>
                <a:cubicBezTo>
                  <a:pt x="110559" y="163761"/>
                  <a:pt x="92271" y="152123"/>
                  <a:pt x="87283" y="133835"/>
                </a:cubicBezTo>
                <a:lnTo>
                  <a:pt x="87283" y="132173"/>
                </a:lnTo>
                <a:cubicBezTo>
                  <a:pt x="85621" y="133835"/>
                  <a:pt x="82295" y="133835"/>
                  <a:pt x="78970" y="135498"/>
                </a:cubicBezTo>
                <a:cubicBezTo>
                  <a:pt x="60682" y="138823"/>
                  <a:pt x="44057" y="128848"/>
                  <a:pt x="39069" y="110560"/>
                </a:cubicBezTo>
                <a:lnTo>
                  <a:pt x="39069" y="100585"/>
                </a:lnTo>
                <a:cubicBezTo>
                  <a:pt x="35744" y="102247"/>
                  <a:pt x="32419" y="103910"/>
                  <a:pt x="29094" y="103910"/>
                </a:cubicBezTo>
                <a:cubicBezTo>
                  <a:pt x="22444" y="105572"/>
                  <a:pt x="17456" y="105572"/>
                  <a:pt x="12469" y="103910"/>
                </a:cubicBezTo>
                <a:moveTo>
                  <a:pt x="148797" y="231926"/>
                </a:moveTo>
                <a:cubicBezTo>
                  <a:pt x="122197" y="223614"/>
                  <a:pt x="103909" y="198675"/>
                  <a:pt x="103909" y="168750"/>
                </a:cubicBezTo>
                <a:cubicBezTo>
                  <a:pt x="103909" y="163761"/>
                  <a:pt x="103909" y="160436"/>
                  <a:pt x="105571" y="157111"/>
                </a:cubicBezTo>
                <a:moveTo>
                  <a:pt x="49045" y="178725"/>
                </a:moveTo>
                <a:cubicBezTo>
                  <a:pt x="49045" y="178725"/>
                  <a:pt x="49045" y="240239"/>
                  <a:pt x="97258" y="263515"/>
                </a:cubicBezTo>
                <a:moveTo>
                  <a:pt x="14131" y="243562"/>
                </a:moveTo>
                <a:cubicBezTo>
                  <a:pt x="19119" y="258525"/>
                  <a:pt x="29094" y="280138"/>
                  <a:pt x="47382" y="295101"/>
                </a:cubicBezTo>
                <a:moveTo>
                  <a:pt x="0" y="0"/>
                </a:moveTo>
                <a:moveTo>
                  <a:pt x="250213" y="231926"/>
                </a:moveTo>
                <a:lnTo>
                  <a:pt x="384879" y="318379"/>
                </a:lnTo>
                <a:moveTo>
                  <a:pt x="384879" y="12470"/>
                </a:moveTo>
                <a:lnTo>
                  <a:pt x="364928" y="12470"/>
                </a:lnTo>
                <a:cubicBezTo>
                  <a:pt x="346640" y="12470"/>
                  <a:pt x="331677" y="27432"/>
                  <a:pt x="331677" y="45720"/>
                </a:cubicBezTo>
                <a:cubicBezTo>
                  <a:pt x="308402" y="45720"/>
                  <a:pt x="290114" y="64008"/>
                  <a:pt x="290114" y="87284"/>
                </a:cubicBezTo>
                <a:lnTo>
                  <a:pt x="281801" y="87284"/>
                </a:lnTo>
                <a:cubicBezTo>
                  <a:pt x="263513" y="87284"/>
                  <a:pt x="248550" y="102247"/>
                  <a:pt x="248550" y="120535"/>
                </a:cubicBezTo>
                <a:cubicBezTo>
                  <a:pt x="248550" y="120535"/>
                  <a:pt x="246888" y="150461"/>
                  <a:pt x="271826" y="158774"/>
                </a:cubicBezTo>
                <a:cubicBezTo>
                  <a:pt x="288451" y="163761"/>
                  <a:pt x="306739" y="152123"/>
                  <a:pt x="311727" y="133835"/>
                </a:cubicBezTo>
                <a:lnTo>
                  <a:pt x="311727" y="132173"/>
                </a:lnTo>
                <a:cubicBezTo>
                  <a:pt x="313389" y="133835"/>
                  <a:pt x="316714" y="133835"/>
                  <a:pt x="320040" y="135498"/>
                </a:cubicBezTo>
                <a:cubicBezTo>
                  <a:pt x="338328" y="138823"/>
                  <a:pt x="354953" y="128848"/>
                  <a:pt x="359941" y="110560"/>
                </a:cubicBezTo>
                <a:lnTo>
                  <a:pt x="359941" y="100585"/>
                </a:lnTo>
                <a:cubicBezTo>
                  <a:pt x="363266" y="102247"/>
                  <a:pt x="366591" y="103910"/>
                  <a:pt x="369916" y="103910"/>
                </a:cubicBezTo>
                <a:cubicBezTo>
                  <a:pt x="376566" y="105572"/>
                  <a:pt x="381554" y="105572"/>
                  <a:pt x="386541" y="103910"/>
                </a:cubicBezTo>
                <a:moveTo>
                  <a:pt x="250213" y="231926"/>
                </a:moveTo>
                <a:cubicBezTo>
                  <a:pt x="276813" y="223614"/>
                  <a:pt x="295101" y="198675"/>
                  <a:pt x="295101" y="168750"/>
                </a:cubicBezTo>
                <a:cubicBezTo>
                  <a:pt x="295101" y="163761"/>
                  <a:pt x="295101" y="160436"/>
                  <a:pt x="293439" y="157111"/>
                </a:cubicBezTo>
                <a:moveTo>
                  <a:pt x="349965" y="178725"/>
                </a:moveTo>
                <a:cubicBezTo>
                  <a:pt x="349965" y="178725"/>
                  <a:pt x="349965" y="240239"/>
                  <a:pt x="301751" y="263515"/>
                </a:cubicBezTo>
                <a:moveTo>
                  <a:pt x="384879" y="243562"/>
                </a:moveTo>
                <a:cubicBezTo>
                  <a:pt x="379891" y="258525"/>
                  <a:pt x="369916" y="280138"/>
                  <a:pt x="351628" y="295101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44BA426F-784A-87FD-6B6F-C492710AC8B4}"/>
              </a:ext>
            </a:extLst>
          </p:cNvPr>
          <p:cNvSpPr txBox="1"/>
          <p:nvPr/>
        </p:nvSpPr>
        <p:spPr>
          <a:xfrm>
            <a:off x="4229882" y="5546483"/>
            <a:ext cx="2272518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GNN System</a:t>
            </a:r>
          </a:p>
        </p:txBody>
      </p:sp>
      <p:sp>
        <p:nvSpPr>
          <p:cNvPr id="23" name="Rounded Rectangle 21">
            <a:extLst>
              <a:ext uri="{FF2B5EF4-FFF2-40B4-BE49-F238E27FC236}">
                <a16:creationId xmlns:a16="http://schemas.microsoft.com/office/drawing/2014/main" id="{3A4D36F9-E088-8BFE-6B7E-E2B0E2665B51}"/>
              </a:ext>
            </a:extLst>
          </p:cNvPr>
          <p:cNvSpPr/>
          <p:nvPr/>
        </p:nvSpPr>
        <p:spPr>
          <a:xfrm>
            <a:off x="4069727" y="1855632"/>
            <a:ext cx="527396" cy="447716"/>
          </a:xfrm>
          <a:custGeom>
            <a:avLst/>
            <a:gdLst/>
            <a:ahLst/>
            <a:cxnLst/>
            <a:rect l="0" t="0" r="0" b="0"/>
            <a:pathLst>
              <a:path w="385894" h="385962">
                <a:moveTo>
                  <a:pt x="169763" y="66501"/>
                </a:moveTo>
                <a:lnTo>
                  <a:pt x="169763" y="74814"/>
                </a:lnTo>
                <a:cubicBezTo>
                  <a:pt x="169763" y="97769"/>
                  <a:pt x="188372" y="116378"/>
                  <a:pt x="211327" y="116378"/>
                </a:cubicBezTo>
                <a:cubicBezTo>
                  <a:pt x="234282" y="116378"/>
                  <a:pt x="252890" y="97769"/>
                  <a:pt x="252890" y="74814"/>
                </a:cubicBezTo>
                <a:lnTo>
                  <a:pt x="252890" y="66501"/>
                </a:lnTo>
                <a:moveTo>
                  <a:pt x="153138" y="66501"/>
                </a:moveTo>
                <a:cubicBezTo>
                  <a:pt x="153138" y="34364"/>
                  <a:pt x="179190" y="8312"/>
                  <a:pt x="211327" y="8312"/>
                </a:cubicBezTo>
                <a:cubicBezTo>
                  <a:pt x="243464" y="8312"/>
                  <a:pt x="269516" y="34364"/>
                  <a:pt x="269516" y="66501"/>
                </a:cubicBezTo>
                <a:close/>
                <a:moveTo>
                  <a:pt x="43410" y="159953"/>
                </a:moveTo>
                <a:cubicBezTo>
                  <a:pt x="40244" y="163039"/>
                  <a:pt x="35979" y="164737"/>
                  <a:pt x="31558" y="164672"/>
                </a:cubicBezTo>
                <a:cubicBezTo>
                  <a:pt x="27137" y="164606"/>
                  <a:pt x="22924" y="162783"/>
                  <a:pt x="19851" y="159604"/>
                </a:cubicBezTo>
                <a:lnTo>
                  <a:pt x="8214" y="147700"/>
                </a:lnTo>
                <a:cubicBezTo>
                  <a:pt x="1845" y="141138"/>
                  <a:pt x="1971" y="130665"/>
                  <a:pt x="8496" y="124258"/>
                </a:cubicBezTo>
                <a:lnTo>
                  <a:pt x="73967" y="60383"/>
                </a:lnTo>
                <a:cubicBezTo>
                  <a:pt x="80537" y="53970"/>
                  <a:pt x="91062" y="54097"/>
                  <a:pt x="97476" y="60666"/>
                </a:cubicBezTo>
                <a:lnTo>
                  <a:pt x="109113" y="72570"/>
                </a:lnTo>
                <a:cubicBezTo>
                  <a:pt x="115526" y="79140"/>
                  <a:pt x="115400" y="89664"/>
                  <a:pt x="108831" y="96078"/>
                </a:cubicBezTo>
                <a:close/>
                <a:moveTo>
                  <a:pt x="237778" y="201517"/>
                </a:moveTo>
                <a:lnTo>
                  <a:pt x="197877" y="184442"/>
                </a:lnTo>
                <a:cubicBezTo>
                  <a:pt x="191984" y="181937"/>
                  <a:pt x="187289" y="177248"/>
                  <a:pt x="184776" y="171358"/>
                </a:cubicBezTo>
                <a:lnTo>
                  <a:pt x="167768" y="131507"/>
                </a:lnTo>
                <a:cubicBezTo>
                  <a:pt x="164426" y="123705"/>
                  <a:pt x="157345" y="118139"/>
                  <a:pt x="148975" y="116734"/>
                </a:cubicBezTo>
                <a:cubicBezTo>
                  <a:pt x="140605" y="115328"/>
                  <a:pt x="132095" y="118276"/>
                  <a:pt x="126387" y="124557"/>
                </a:cubicBezTo>
                <a:lnTo>
                  <a:pt x="43260" y="215997"/>
                </a:lnTo>
                <a:cubicBezTo>
                  <a:pt x="39060" y="220566"/>
                  <a:pt x="36739" y="226550"/>
                  <a:pt x="36759" y="232756"/>
                </a:cubicBezTo>
                <a:lnTo>
                  <a:pt x="36759" y="285957"/>
                </a:lnTo>
                <a:cubicBezTo>
                  <a:pt x="36747" y="290300"/>
                  <a:pt x="35601" y="294563"/>
                  <a:pt x="33434" y="298327"/>
                </a:cubicBezTo>
                <a:lnTo>
                  <a:pt x="6834" y="345094"/>
                </a:lnTo>
                <a:cubicBezTo>
                  <a:pt x="0" y="357058"/>
                  <a:pt x="4160" y="372298"/>
                  <a:pt x="16125" y="379130"/>
                </a:cubicBezTo>
                <a:cubicBezTo>
                  <a:pt x="28091" y="385962"/>
                  <a:pt x="43329" y="381799"/>
                  <a:pt x="50160" y="369833"/>
                </a:cubicBezTo>
                <a:lnTo>
                  <a:pt x="76760" y="323132"/>
                </a:lnTo>
                <a:cubicBezTo>
                  <a:pt x="83229" y="311810"/>
                  <a:pt x="86633" y="298997"/>
                  <a:pt x="86636" y="285957"/>
                </a:cubicBezTo>
                <a:lnTo>
                  <a:pt x="86636" y="275799"/>
                </a:lnTo>
                <a:lnTo>
                  <a:pt x="108781" y="288534"/>
                </a:lnTo>
                <a:cubicBezTo>
                  <a:pt x="115738" y="293172"/>
                  <a:pt x="119908" y="300988"/>
                  <a:pt x="119887" y="309349"/>
                </a:cubicBezTo>
                <a:lnTo>
                  <a:pt x="119887" y="357447"/>
                </a:lnTo>
                <a:cubicBezTo>
                  <a:pt x="119887" y="371220"/>
                  <a:pt x="131052" y="382385"/>
                  <a:pt x="144825" y="382385"/>
                </a:cubicBezTo>
                <a:cubicBezTo>
                  <a:pt x="158598" y="382385"/>
                  <a:pt x="169763" y="371220"/>
                  <a:pt x="169763" y="357447"/>
                </a:cubicBezTo>
                <a:lnTo>
                  <a:pt x="169763" y="309316"/>
                </a:lnTo>
                <a:cubicBezTo>
                  <a:pt x="169688" y="283724"/>
                  <a:pt x="156611" y="259925"/>
                  <a:pt x="135049" y="246139"/>
                </a:cubicBezTo>
                <a:lnTo>
                  <a:pt x="100984" y="226521"/>
                </a:lnTo>
                <a:lnTo>
                  <a:pt x="137177" y="186703"/>
                </a:lnTo>
                <a:lnTo>
                  <a:pt x="138973" y="190926"/>
                </a:lnTo>
                <a:cubicBezTo>
                  <a:pt x="146532" y="208580"/>
                  <a:pt x="160601" y="222644"/>
                  <a:pt x="178259" y="230196"/>
                </a:cubicBezTo>
                <a:lnTo>
                  <a:pt x="218160" y="247270"/>
                </a:lnTo>
                <a:cubicBezTo>
                  <a:pt x="226406" y="251129"/>
                  <a:pt x="236101" y="250187"/>
                  <a:pt x="243450" y="244813"/>
                </a:cubicBezTo>
                <a:cubicBezTo>
                  <a:pt x="250800" y="239438"/>
                  <a:pt x="254636" y="230486"/>
                  <a:pt x="253458" y="221457"/>
                </a:cubicBezTo>
                <a:cubicBezTo>
                  <a:pt x="252281" y="212429"/>
                  <a:pt x="246277" y="204760"/>
                  <a:pt x="237794" y="201450"/>
                </a:cubicBezTo>
                <a:close/>
                <a:moveTo>
                  <a:pt x="294454" y="41563"/>
                </a:moveTo>
                <a:lnTo>
                  <a:pt x="385894" y="0"/>
                </a:lnTo>
                <a:moveTo>
                  <a:pt x="294454" y="74814"/>
                </a:moveTo>
                <a:lnTo>
                  <a:pt x="385894" y="116378"/>
                </a:ln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2EDD1403-361B-CDD2-0D33-C0EF0C639EF8}"/>
              </a:ext>
            </a:extLst>
          </p:cNvPr>
          <p:cNvSpPr txBox="1"/>
          <p:nvPr/>
        </p:nvSpPr>
        <p:spPr>
          <a:xfrm>
            <a:off x="2030153" y="1855632"/>
            <a:ext cx="1101264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Cannot Detect
New Attacks</a:t>
            </a: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32BCAA35-9D45-FCC4-4779-B5D522D31F25}"/>
              </a:ext>
            </a:extLst>
          </p:cNvPr>
          <p:cNvSpPr/>
          <p:nvPr/>
        </p:nvSpPr>
        <p:spPr>
          <a:xfrm>
            <a:off x="1378065" y="1855632"/>
            <a:ext cx="527396" cy="447716"/>
          </a:xfrm>
          <a:custGeom>
            <a:avLst/>
            <a:gdLst/>
            <a:ahLst/>
            <a:cxnLst/>
            <a:rect l="0" t="0" r="0" b="0"/>
            <a:pathLst>
              <a:path w="378495" h="370342">
                <a:moveTo>
                  <a:pt x="0" y="241085"/>
                </a:moveTo>
                <a:lnTo>
                  <a:pt x="0" y="141316"/>
                </a:lnTo>
                <a:moveTo>
                  <a:pt x="49294" y="241085"/>
                </a:moveTo>
                <a:lnTo>
                  <a:pt x="49294" y="141316"/>
                </a:lnTo>
                <a:moveTo>
                  <a:pt x="97508" y="241085"/>
                </a:moveTo>
                <a:lnTo>
                  <a:pt x="97508" y="141316"/>
                </a:lnTo>
                <a:moveTo>
                  <a:pt x="0" y="367322"/>
                </a:moveTo>
                <a:lnTo>
                  <a:pt x="0" y="271975"/>
                </a:lnTo>
                <a:moveTo>
                  <a:pt x="49294" y="367322"/>
                </a:moveTo>
                <a:lnTo>
                  <a:pt x="49294" y="271975"/>
                </a:lnTo>
                <a:moveTo>
                  <a:pt x="97508" y="308352"/>
                </a:moveTo>
                <a:lnTo>
                  <a:pt x="97508" y="271975"/>
                </a:lnTo>
                <a:moveTo>
                  <a:pt x="141316" y="4156"/>
                </a:moveTo>
                <a:lnTo>
                  <a:pt x="241069" y="4156"/>
                </a:lnTo>
                <a:moveTo>
                  <a:pt x="141316" y="54032"/>
                </a:moveTo>
                <a:lnTo>
                  <a:pt x="218441" y="54032"/>
                </a:lnTo>
                <a:moveTo>
                  <a:pt x="141316" y="103909"/>
                </a:moveTo>
                <a:lnTo>
                  <a:pt x="206920" y="103909"/>
                </a:lnTo>
                <a:moveTo>
                  <a:pt x="0" y="4156"/>
                </a:moveTo>
                <a:cubicBezTo>
                  <a:pt x="0" y="6451"/>
                  <a:pt x="1860" y="8312"/>
                  <a:pt x="4156" y="8312"/>
                </a:cubicBezTo>
                <a:cubicBezTo>
                  <a:pt x="6451" y="8312"/>
                  <a:pt x="8312" y="6451"/>
                  <a:pt x="8312" y="4156"/>
                </a:cubicBezTo>
                <a:cubicBezTo>
                  <a:pt x="8312" y="1860"/>
                  <a:pt x="6451" y="0"/>
                  <a:pt x="4156" y="0"/>
                </a:cubicBezTo>
                <a:cubicBezTo>
                  <a:pt x="1860" y="0"/>
                  <a:pt x="0" y="1860"/>
                  <a:pt x="0" y="4156"/>
                </a:cubicBezTo>
                <a:moveTo>
                  <a:pt x="45138" y="4156"/>
                </a:moveTo>
                <a:cubicBezTo>
                  <a:pt x="45138" y="6451"/>
                  <a:pt x="46998" y="8312"/>
                  <a:pt x="49294" y="8312"/>
                </a:cubicBezTo>
                <a:cubicBezTo>
                  <a:pt x="51589" y="8312"/>
                  <a:pt x="53450" y="6451"/>
                  <a:pt x="53450" y="4156"/>
                </a:cubicBezTo>
                <a:cubicBezTo>
                  <a:pt x="53450" y="1860"/>
                  <a:pt x="51589" y="0"/>
                  <a:pt x="49294" y="0"/>
                </a:cubicBezTo>
                <a:cubicBezTo>
                  <a:pt x="46998" y="0"/>
                  <a:pt x="45138" y="1860"/>
                  <a:pt x="45138" y="4156"/>
                </a:cubicBezTo>
                <a:moveTo>
                  <a:pt x="93351" y="4156"/>
                </a:moveTo>
                <a:cubicBezTo>
                  <a:pt x="93351" y="6451"/>
                  <a:pt x="95212" y="8312"/>
                  <a:pt x="97508" y="8312"/>
                </a:cubicBezTo>
                <a:cubicBezTo>
                  <a:pt x="99803" y="8312"/>
                  <a:pt x="101664" y="6451"/>
                  <a:pt x="101664" y="4156"/>
                </a:cubicBezTo>
                <a:cubicBezTo>
                  <a:pt x="101664" y="1860"/>
                  <a:pt x="99803" y="0"/>
                  <a:pt x="97508" y="0"/>
                </a:cubicBezTo>
                <a:cubicBezTo>
                  <a:pt x="95212" y="0"/>
                  <a:pt x="93351" y="1860"/>
                  <a:pt x="93351" y="4156"/>
                </a:cubicBezTo>
                <a:moveTo>
                  <a:pt x="0" y="54032"/>
                </a:moveTo>
                <a:cubicBezTo>
                  <a:pt x="0" y="56328"/>
                  <a:pt x="1860" y="58189"/>
                  <a:pt x="4156" y="58189"/>
                </a:cubicBezTo>
                <a:cubicBezTo>
                  <a:pt x="6451" y="58189"/>
                  <a:pt x="8312" y="56328"/>
                  <a:pt x="8312" y="54032"/>
                </a:cubicBezTo>
                <a:cubicBezTo>
                  <a:pt x="8312" y="51737"/>
                  <a:pt x="6451" y="49876"/>
                  <a:pt x="4156" y="49876"/>
                </a:cubicBezTo>
                <a:cubicBezTo>
                  <a:pt x="1860" y="49876"/>
                  <a:pt x="0" y="51737"/>
                  <a:pt x="0" y="54032"/>
                </a:cubicBezTo>
                <a:moveTo>
                  <a:pt x="45138" y="54032"/>
                </a:moveTo>
                <a:cubicBezTo>
                  <a:pt x="45138" y="56328"/>
                  <a:pt x="46998" y="58189"/>
                  <a:pt x="49294" y="58189"/>
                </a:cubicBezTo>
                <a:cubicBezTo>
                  <a:pt x="51589" y="58189"/>
                  <a:pt x="53450" y="56328"/>
                  <a:pt x="53450" y="54032"/>
                </a:cubicBezTo>
                <a:cubicBezTo>
                  <a:pt x="53450" y="51737"/>
                  <a:pt x="51589" y="49876"/>
                  <a:pt x="49294" y="49876"/>
                </a:cubicBezTo>
                <a:cubicBezTo>
                  <a:pt x="46998" y="49876"/>
                  <a:pt x="45138" y="51737"/>
                  <a:pt x="45138" y="54032"/>
                </a:cubicBezTo>
                <a:moveTo>
                  <a:pt x="93351" y="54032"/>
                </a:moveTo>
                <a:cubicBezTo>
                  <a:pt x="93351" y="56328"/>
                  <a:pt x="95212" y="58189"/>
                  <a:pt x="97508" y="58189"/>
                </a:cubicBezTo>
                <a:cubicBezTo>
                  <a:pt x="99803" y="58189"/>
                  <a:pt x="101664" y="56328"/>
                  <a:pt x="101664" y="54032"/>
                </a:cubicBezTo>
                <a:cubicBezTo>
                  <a:pt x="101664" y="51737"/>
                  <a:pt x="99803" y="49876"/>
                  <a:pt x="97508" y="49876"/>
                </a:cubicBezTo>
                <a:cubicBezTo>
                  <a:pt x="95212" y="49876"/>
                  <a:pt x="93351" y="51737"/>
                  <a:pt x="93351" y="54032"/>
                </a:cubicBezTo>
                <a:moveTo>
                  <a:pt x="0" y="103909"/>
                </a:moveTo>
                <a:cubicBezTo>
                  <a:pt x="0" y="106204"/>
                  <a:pt x="1860" y="108065"/>
                  <a:pt x="4156" y="108065"/>
                </a:cubicBezTo>
                <a:cubicBezTo>
                  <a:pt x="6451" y="108065"/>
                  <a:pt x="8312" y="106204"/>
                  <a:pt x="8312" y="103909"/>
                </a:cubicBezTo>
                <a:cubicBezTo>
                  <a:pt x="8312" y="101613"/>
                  <a:pt x="6451" y="99752"/>
                  <a:pt x="4156" y="99752"/>
                </a:cubicBezTo>
                <a:cubicBezTo>
                  <a:pt x="1860" y="99752"/>
                  <a:pt x="0" y="101613"/>
                  <a:pt x="0" y="103909"/>
                </a:cubicBezTo>
                <a:moveTo>
                  <a:pt x="45138" y="103909"/>
                </a:moveTo>
                <a:cubicBezTo>
                  <a:pt x="45138" y="106204"/>
                  <a:pt x="46998" y="108065"/>
                  <a:pt x="49294" y="108065"/>
                </a:cubicBezTo>
                <a:cubicBezTo>
                  <a:pt x="51589" y="108065"/>
                  <a:pt x="53450" y="106204"/>
                  <a:pt x="53450" y="103909"/>
                </a:cubicBezTo>
                <a:cubicBezTo>
                  <a:pt x="53450" y="101613"/>
                  <a:pt x="51589" y="99752"/>
                  <a:pt x="49294" y="99752"/>
                </a:cubicBezTo>
                <a:cubicBezTo>
                  <a:pt x="46998" y="99752"/>
                  <a:pt x="45138" y="101613"/>
                  <a:pt x="45138" y="103909"/>
                </a:cubicBezTo>
                <a:moveTo>
                  <a:pt x="93351" y="103909"/>
                </a:moveTo>
                <a:cubicBezTo>
                  <a:pt x="93351" y="106204"/>
                  <a:pt x="95212" y="108065"/>
                  <a:pt x="97508" y="108065"/>
                </a:cubicBezTo>
                <a:cubicBezTo>
                  <a:pt x="99803" y="108065"/>
                  <a:pt x="101664" y="106204"/>
                  <a:pt x="101664" y="103909"/>
                </a:cubicBezTo>
                <a:cubicBezTo>
                  <a:pt x="101664" y="101613"/>
                  <a:pt x="99803" y="99752"/>
                  <a:pt x="97508" y="99752"/>
                </a:cubicBezTo>
                <a:cubicBezTo>
                  <a:pt x="95212" y="99752"/>
                  <a:pt x="93351" y="101613"/>
                  <a:pt x="93351" y="103909"/>
                </a:cubicBezTo>
                <a:moveTo>
                  <a:pt x="324911" y="161217"/>
                </a:moveTo>
                <a:lnTo>
                  <a:pt x="297728" y="161217"/>
                </a:lnTo>
                <a:cubicBezTo>
                  <a:pt x="276076" y="161218"/>
                  <a:pt x="254964" y="167984"/>
                  <a:pt x="237344" y="180569"/>
                </a:cubicBezTo>
                <a:lnTo>
                  <a:pt x="183827" y="218807"/>
                </a:lnTo>
                <a:cubicBezTo>
                  <a:pt x="174183" y="225693"/>
                  <a:pt x="171948" y="239093"/>
                  <a:pt x="178836" y="248736"/>
                </a:cubicBezTo>
                <a:cubicBezTo>
                  <a:pt x="185723" y="258378"/>
                  <a:pt x="199124" y="260610"/>
                  <a:pt x="208765" y="253721"/>
                </a:cubicBezTo>
                <a:lnTo>
                  <a:pt x="260620" y="216679"/>
                </a:lnTo>
                <a:lnTo>
                  <a:pt x="260620" y="253987"/>
                </a:lnTo>
                <a:lnTo>
                  <a:pt x="210295" y="334504"/>
                </a:lnTo>
                <a:cubicBezTo>
                  <a:pt x="205920" y="340996"/>
                  <a:pt x="205434" y="349357"/>
                  <a:pt x="209026" y="356312"/>
                </a:cubicBezTo>
                <a:cubicBezTo>
                  <a:pt x="212618" y="363268"/>
                  <a:pt x="219717" y="367712"/>
                  <a:pt x="227543" y="367903"/>
                </a:cubicBezTo>
                <a:cubicBezTo>
                  <a:pt x="235370" y="368094"/>
                  <a:pt x="242677" y="364003"/>
                  <a:pt x="246605" y="357231"/>
                </a:cubicBezTo>
                <a:lnTo>
                  <a:pt x="282034" y="300571"/>
                </a:lnTo>
                <a:lnTo>
                  <a:pt x="317446" y="357231"/>
                </a:lnTo>
                <a:cubicBezTo>
                  <a:pt x="323721" y="367282"/>
                  <a:pt x="336957" y="370342"/>
                  <a:pt x="347007" y="364066"/>
                </a:cubicBezTo>
                <a:cubicBezTo>
                  <a:pt x="357058" y="357790"/>
                  <a:pt x="360117" y="344553"/>
                  <a:pt x="353839" y="334504"/>
                </a:cubicBezTo>
                <a:lnTo>
                  <a:pt x="303464" y="253987"/>
                </a:lnTo>
                <a:lnTo>
                  <a:pt x="303464" y="204110"/>
                </a:lnTo>
                <a:lnTo>
                  <a:pt x="324911" y="204110"/>
                </a:lnTo>
                <a:cubicBezTo>
                  <a:pt x="327909" y="203855"/>
                  <a:pt x="330925" y="204298"/>
                  <a:pt x="333722" y="205407"/>
                </a:cubicBezTo>
                <a:cubicBezTo>
                  <a:pt x="335478" y="211970"/>
                  <a:pt x="336118" y="218782"/>
                  <a:pt x="335618" y="225557"/>
                </a:cubicBezTo>
                <a:cubicBezTo>
                  <a:pt x="335941" y="237165"/>
                  <a:pt x="345444" y="246407"/>
                  <a:pt x="357056" y="246407"/>
                </a:cubicBezTo>
                <a:cubicBezTo>
                  <a:pt x="368668" y="246407"/>
                  <a:pt x="378171" y="237165"/>
                  <a:pt x="378495" y="225557"/>
                </a:cubicBezTo>
                <a:cubicBezTo>
                  <a:pt x="378495" y="206288"/>
                  <a:pt x="378495" y="161217"/>
                  <a:pt x="324911" y="161217"/>
                </a:cubicBezTo>
                <a:close/>
                <a:moveTo>
                  <a:pt x="239157" y="96909"/>
                </a:moveTo>
                <a:cubicBezTo>
                  <a:pt x="239157" y="120590"/>
                  <a:pt x="258353" y="139786"/>
                  <a:pt x="282034" y="139786"/>
                </a:cubicBezTo>
                <a:cubicBezTo>
                  <a:pt x="305714" y="139786"/>
                  <a:pt x="324911" y="120590"/>
                  <a:pt x="324911" y="96909"/>
                </a:cubicBezTo>
                <a:cubicBezTo>
                  <a:pt x="324911" y="73229"/>
                  <a:pt x="305714" y="54032"/>
                  <a:pt x="282034" y="54032"/>
                </a:cubicBezTo>
                <a:cubicBezTo>
                  <a:pt x="258353" y="54032"/>
                  <a:pt x="239157" y="73229"/>
                  <a:pt x="239157" y="96909"/>
                </a:cubicBezTo>
                <a:moveTo>
                  <a:pt x="174866" y="260121"/>
                </a:moveTo>
                <a:lnTo>
                  <a:pt x="121266" y="356582"/>
                </a:ln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15CDD224-048D-6E85-AD18-FEF4F95DCDDD}"/>
              </a:ext>
            </a:extLst>
          </p:cNvPr>
          <p:cNvSpPr txBox="1"/>
          <p:nvPr/>
        </p:nvSpPr>
        <p:spPr>
          <a:xfrm>
            <a:off x="1838595" y="420431"/>
            <a:ext cx="3153106" cy="923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GNN SYSTEM</a:t>
            </a: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068B6B42-8CCC-70C2-2707-92973FCA758F}"/>
              </a:ext>
            </a:extLst>
          </p:cNvPr>
          <p:cNvSpPr txBox="1"/>
          <p:nvPr/>
        </p:nvSpPr>
        <p:spPr>
          <a:xfrm>
            <a:off x="1378065" y="5546483"/>
            <a:ext cx="1447997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DDD4BE2D-CA6F-D306-D0C9-1B113CCED5C9}"/>
              </a:ext>
            </a:extLst>
          </p:cNvPr>
          <p:cNvSpPr txBox="1"/>
          <p:nvPr/>
        </p:nvSpPr>
        <p:spPr>
          <a:xfrm>
            <a:off x="4769158" y="4155889"/>
            <a:ext cx="1262974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Threats</a:t>
            </a: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DC03B1B1-E206-B1E8-4939-B2D34C506B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5" b="10945"/>
          <a:stretch>
            <a:fillRect/>
          </a:stretch>
        </p:blipFill>
        <p:spPr bwMode="auto">
          <a:xfrm>
            <a:off x="6795762" y="1657809"/>
            <a:ext cx="4959848" cy="439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73FA988-5673-2960-AECE-85D8E48C8D1D}"/>
              </a:ext>
            </a:extLst>
          </p:cNvPr>
          <p:cNvSpPr txBox="1"/>
          <p:nvPr/>
        </p:nvSpPr>
        <p:spPr>
          <a:xfrm>
            <a:off x="6271438" y="1343761"/>
            <a:ext cx="617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IIoT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047C97-F82B-2BED-C0CD-068F7CF9DA9F}"/>
              </a:ext>
            </a:extLst>
          </p:cNvPr>
          <p:cNvSpPr txBox="1"/>
          <p:nvPr/>
        </p:nvSpPr>
        <p:spPr>
          <a:xfrm>
            <a:off x="6143866" y="474052"/>
            <a:ext cx="6263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CYBERSECURITY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</a:p>
        </p:txBody>
      </p:sp>
    </p:spTree>
    <p:extLst>
      <p:ext uri="{BB962C8B-B14F-4D97-AF65-F5344CB8AC3E}">
        <p14:creationId xmlns:p14="http://schemas.microsoft.com/office/powerpoint/2010/main" val="1142175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A347CB-7E70-7AAF-33C9-6CD0FB6C2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77A779-50C9-B673-4011-AAB56F65A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836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011A377-B723-5569-D44F-97F7BD8C4CEB}"/>
              </a:ext>
            </a:extLst>
          </p:cNvPr>
          <p:cNvSpPr txBox="1">
            <a:spLocks/>
          </p:cNvSpPr>
          <p:nvPr/>
        </p:nvSpPr>
        <p:spPr>
          <a:xfrm>
            <a:off x="1778000" y="1195714"/>
            <a:ext cx="5567680" cy="5314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VIABILITY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81D1224-DC71-DD6B-7CCC-87FF474E51B2}"/>
              </a:ext>
            </a:extLst>
          </p:cNvPr>
          <p:cNvSpPr txBox="1">
            <a:spLocks/>
          </p:cNvSpPr>
          <p:nvPr/>
        </p:nvSpPr>
        <p:spPr>
          <a:xfrm>
            <a:off x="1778000" y="2137374"/>
            <a:ext cx="8605520" cy="36436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implemented using existing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data and monitoring systems.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widely available AI tools like Python,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TensorFlow.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to large industrial environments with many connected devices.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deployment in smart factories.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compared to production losses caused by cyber attacks.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6642F7-C1E0-FEB9-43DF-522D74D6B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11" b="94888" l="9574" r="89894">
                        <a14:foregroundMark x1="15691" y1="55112" x2="15691" y2="55112"/>
                        <a14:foregroundMark x1="18351" y1="44089" x2="18351" y2="44089"/>
                        <a14:foregroundMark x1="30585" y1="36581" x2="30585" y2="36581"/>
                        <a14:foregroundMark x1="28457" y1="37220" x2="28457" y2="37220"/>
                        <a14:foregroundMark x1="26596" y1="37380" x2="26596" y2="37380"/>
                        <a14:foregroundMark x1="25532" y1="37700" x2="30319" y2="36741"/>
                        <a14:foregroundMark x1="30851" y1="27955" x2="26729" y2="26677"/>
                        <a14:foregroundMark x1="34840" y1="19968" x2="30186" y2="16134"/>
                        <a14:foregroundMark x1="33910" y1="12300" x2="33910" y2="12300"/>
                        <a14:foregroundMark x1="32713" y1="43610" x2="32713" y2="43610"/>
                        <a14:foregroundMark x1="32713" y1="43610" x2="32181" y2="45527"/>
                        <a14:foregroundMark x1="74202" y1="11182" x2="74202" y2="11182"/>
                        <a14:foregroundMark x1="40691" y1="13898" x2="37899" y2="9105"/>
                        <a14:foregroundMark x1="47606" y1="11821" x2="47207" y2="6230"/>
                        <a14:foregroundMark x1="54122" y1="11661" x2="55053" y2="7029"/>
                        <a14:foregroundMark x1="61037" y1="14856" x2="63963" y2="11342"/>
                        <a14:foregroundMark x1="65559" y1="20607" x2="70878" y2="18051"/>
                        <a14:foregroundMark x1="68617" y1="26997" x2="73803" y2="25719"/>
                        <a14:foregroundMark x1="69681" y1="35304" x2="76197" y2="35463"/>
                        <a14:foregroundMark x1="20080" y1="93131" x2="20080" y2="93131"/>
                        <a14:foregroundMark x1="86303" y1="38658" x2="85239" y2="40575"/>
                        <a14:foregroundMark x1="85505" y1="36102" x2="85638" y2="34665"/>
                        <a14:foregroundMark x1="19814" y1="94888" x2="21941" y2="93291"/>
                        <a14:foregroundMark x1="36303" y1="15016" x2="36303" y2="15016"/>
                        <a14:foregroundMark x1="33245" y1="14856" x2="33245" y2="14856"/>
                        <a14:foregroundMark x1="33245" y1="14856" x2="33245" y2="14856"/>
                        <a14:foregroundMark x1="71277" y1="14377" x2="71277" y2="14377"/>
                        <a14:foregroundMark x1="74734" y1="14058" x2="74734" y2="1405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5680" y="0"/>
            <a:ext cx="2208385" cy="18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8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4C7AB7-FF2D-C07C-08EC-D17C1F87C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B4D1C8F-497C-4140-4D79-1B4FF4A03C32}"/>
              </a:ext>
            </a:extLst>
          </p:cNvPr>
          <p:cNvSpPr txBox="1">
            <a:spLocks/>
          </p:cNvSpPr>
          <p:nvPr/>
        </p:nvSpPr>
        <p:spPr>
          <a:xfrm>
            <a:off x="1778000" y="985553"/>
            <a:ext cx="7447023" cy="5314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TOOLS USED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12980B-AD62-08C4-AEFD-13CA0FEF707B}"/>
              </a:ext>
            </a:extLst>
          </p:cNvPr>
          <p:cNvSpPr txBox="1">
            <a:spLocks/>
          </p:cNvSpPr>
          <p:nvPr/>
        </p:nvSpPr>
        <p:spPr>
          <a:xfrm>
            <a:off x="1637496" y="1754864"/>
            <a:ext cx="8917008" cy="3905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building and running the model.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TensorFlow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develop the Graph Neural Network (GNN).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create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graphs.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IIoT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training and testing the system.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/ Edge Computing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real-time threat detection.</a:t>
            </a:r>
          </a:p>
        </p:txBody>
      </p:sp>
      <p:pic>
        <p:nvPicPr>
          <p:cNvPr id="7172" name="Picture 4" descr="Illustration vector graphic cartoon character of cyber security 6584602  Vector Art at Vecteezy">
            <a:extLst>
              <a:ext uri="{FF2B5EF4-FFF2-40B4-BE49-F238E27FC236}">
                <a16:creationId xmlns:a16="http://schemas.microsoft.com/office/drawing/2014/main" id="{5A7E1E06-5166-FE5E-41E7-1925CA0C5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49" b="95102" l="4184" r="96020">
                        <a14:foregroundMark x1="20816" y1="44694" x2="28265" y2="44694"/>
                        <a14:foregroundMark x1="28265" y1="44694" x2="18776" y2="45306"/>
                        <a14:foregroundMark x1="20204" y1="60306" x2="16531" y2="51327"/>
                        <a14:foregroundMark x1="16531" y1="51327" x2="15000" y2="28878"/>
                        <a14:foregroundMark x1="15000" y1="28878" x2="30000" y2="17653"/>
                        <a14:foregroundMark x1="30000" y1="17653" x2="36224" y2="22653"/>
                        <a14:foregroundMark x1="36224" y1="22653" x2="36327" y2="23980"/>
                        <a14:foregroundMark x1="11735" y1="26224" x2="10306" y2="35000"/>
                        <a14:foregroundMark x1="10306" y1="35000" x2="21327" y2="55918"/>
                        <a14:foregroundMark x1="21327" y1="55918" x2="39592" y2="43673"/>
                        <a14:foregroundMark x1="39592" y1="43673" x2="25204" y2="38673"/>
                        <a14:foregroundMark x1="25204" y1="38673" x2="34898" y2="32755"/>
                        <a14:foregroundMark x1="34898" y1="32755" x2="17551" y2="29898"/>
                        <a14:foregroundMark x1="17551" y1="29898" x2="26122" y2="47551"/>
                        <a14:foregroundMark x1="8061" y1="49490" x2="11429" y2="27143"/>
                        <a14:foregroundMark x1="11429" y1="27143" x2="10306" y2="36837"/>
                        <a14:foregroundMark x1="10306" y1="36837" x2="16633" y2="68469"/>
                        <a14:foregroundMark x1="16633" y1="68469" x2="30000" y2="77857"/>
                        <a14:foregroundMark x1="30000" y1="77857" x2="31531" y2="77755"/>
                        <a14:foregroundMark x1="80918" y1="89286" x2="89082" y2="95714"/>
                        <a14:foregroundMark x1="71224" y1="10204" x2="64184" y2="8571"/>
                        <a14:foregroundMark x1="30000" y1="7857" x2="25510" y2="4592"/>
                        <a14:foregroundMark x1="12653" y1="52551" x2="6939" y2="42041"/>
                        <a14:foregroundMark x1="6939" y1="42041" x2="7347" y2="30714"/>
                        <a14:foregroundMark x1="12041" y1="21939" x2="6429" y2="36939"/>
                        <a14:foregroundMark x1="6429" y1="36939" x2="9286" y2="55612"/>
                        <a14:foregroundMark x1="9286" y1="55612" x2="11939" y2="61224"/>
                        <a14:foregroundMark x1="10306" y1="59388" x2="5306" y2="49898"/>
                        <a14:foregroundMark x1="5306" y1="49898" x2="4184" y2="38061"/>
                        <a14:foregroundMark x1="4184" y1="38061" x2="8673" y2="24184"/>
                        <a14:foregroundMark x1="8673" y1="24184" x2="14490" y2="16020"/>
                        <a14:foregroundMark x1="91224" y1="30510" x2="92653" y2="31122"/>
                        <a14:foregroundMark x1="67449" y1="3980" x2="66122" y2="3673"/>
                        <a14:foregroundMark x1="26020" y1="3265" x2="25510" y2="2653"/>
                        <a14:foregroundMark x1="23776" y1="76735" x2="20510" y2="73061"/>
                        <a14:foregroundMark x1="44184" y1="11429" x2="48061" y2="15816"/>
                        <a14:foregroundMark x1="38469" y1="10408" x2="52449" y2="4082"/>
                        <a14:foregroundMark x1="52449" y1="4082" x2="62857" y2="8469"/>
                        <a14:foregroundMark x1="43776" y1="6837" x2="32857" y2="10204"/>
                        <a14:foregroundMark x1="17245" y1="16122" x2="28265" y2="9694"/>
                        <a14:foregroundMark x1="28265" y1="9694" x2="30612" y2="9286"/>
                        <a14:foregroundMark x1="22041" y1="11531" x2="23673" y2="11122"/>
                        <a14:foregroundMark x1="87959" y1="32347" x2="95510" y2="48776"/>
                        <a14:foregroundMark x1="95510" y1="48776" x2="86327" y2="73265"/>
                        <a14:foregroundMark x1="86327" y1="73265" x2="82551" y2="79592"/>
                        <a14:foregroundMark x1="91735" y1="67959" x2="96122" y2="60204"/>
                        <a14:foregroundMark x1="96122" y1="60204" x2="95204" y2="51429"/>
                        <a14:foregroundMark x1="95204" y1="51429" x2="83469" y2="28265"/>
                        <a14:foregroundMark x1="22551" y1="93673" x2="29694" y2="94286"/>
                        <a14:foregroundMark x1="29694" y1="94286" x2="34490" y2="93776"/>
                        <a14:foregroundMark x1="25306" y1="87857" x2="20510" y2="92143"/>
                        <a14:foregroundMark x1="8980" y1="95102" x2="8367" y2="93776"/>
                        <a14:foregroundMark x1="27449" y1="44694" x2="27041" y2="45612"/>
                        <a14:foregroundMark x1="31327" y1="42653" x2="22143" y2="40612"/>
                        <a14:foregroundMark x1="22143" y1="40612" x2="15306" y2="43878"/>
                        <a14:foregroundMark x1="18776" y1="46327" x2="30918" y2="48571"/>
                        <a14:foregroundMark x1="30918" y1="48571" x2="37245" y2="47653"/>
                        <a14:foregroundMark x1="51633" y1="47551" x2="52245" y2="53163"/>
                        <a14:foregroundMark x1="50000" y1="47245" x2="57959" y2="52041"/>
                        <a14:foregroundMark x1="57959" y1="52041" x2="47245" y2="41429"/>
                        <a14:foregroundMark x1="47245" y1="41429" x2="41122" y2="48571"/>
                        <a14:foregroundMark x1="41429" y1="48571" x2="52959" y2="51837"/>
                        <a14:foregroundMark x1="52959" y1="51837" x2="45714" y2="43673"/>
                        <a14:foregroundMark x1="45714" y1="43673" x2="46122" y2="42857"/>
                        <a14:foregroundMark x1="46122" y1="44694" x2="51939" y2="55714"/>
                        <a14:foregroundMark x1="51939" y1="55714" x2="50714" y2="48469"/>
                        <a14:foregroundMark x1="50000" y1="48469" x2="49694" y2="51531"/>
                        <a14:foregroundMark x1="45102" y1="51531" x2="38265" y2="57755"/>
                        <a14:foregroundMark x1="50612" y1="91837" x2="50306" y2="93673"/>
                        <a14:foregroundMark x1="75918" y1="60306" x2="72653" y2="65204"/>
                        <a14:foregroundMark x1="74490" y1="63571" x2="72959" y2="77347"/>
                        <a14:foregroundMark x1="73265" y1="64184" x2="70714" y2="72653"/>
                        <a14:foregroundMark x1="70714" y1="72653" x2="70714" y2="73163"/>
                        <a14:foregroundMark x1="84796" y1="45204" x2="90000" y2="45816"/>
                        <a14:foregroundMark x1="89388" y1="45816" x2="82551" y2="49796"/>
                        <a14:foregroundMark x1="82551" y1="49796" x2="89694" y2="50204"/>
                        <a14:foregroundMark x1="89694" y1="50204" x2="91633" y2="46531"/>
                        <a14:foregroundMark x1="85510" y1="44898" x2="85000" y2="445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610" y="107975"/>
            <a:ext cx="2286642" cy="228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347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90A61B-7895-D242-F355-3BB4B39C8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839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392</Words>
  <Application>Microsoft Office PowerPoint</Application>
  <PresentationFormat>Widescreen</PresentationFormat>
  <Paragraphs>60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Sabari S</dc:creator>
  <cp:lastModifiedBy>Sabari S</cp:lastModifiedBy>
  <cp:revision>1</cp:revision>
  <dcterms:created xsi:type="dcterms:W3CDTF">2026-02-15T05:40:17Z</dcterms:created>
  <dcterms:modified xsi:type="dcterms:W3CDTF">2026-02-15T10:38:23Z</dcterms:modified>
</cp:coreProperties>
</file>